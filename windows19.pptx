
<file path=[Content_Types].xml><?xml version="1.0" encoding="utf-8"?>
<Types xmlns="http://schemas.openxmlformats.org/package/2006/content-types">
  <Default Extension="bin" ContentType="application/vnd.ms-office.activeX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activeX/activeX1.xml" ContentType="application/vnd.ms-office.activeX+xml"/>
  <Override PartName="/ppt/activeX/activeX2.xml" ContentType="application/vnd.ms-office.activeX+xml"/>
  <Override PartName="/ppt/activeX/activeX3.xml" ContentType="application/vnd.ms-office.activeX+xml"/>
  <Override PartName="/ppt/activeX/activeX4.xml" ContentType="application/vnd.ms-office.activeX+xml"/>
  <Override PartName="/ppt/activeX/activeX5.xml" ContentType="application/vnd.ms-office.activeX+xml"/>
  <Override PartName="/ppt/activeX/activeX6.xml" ContentType="application/vnd.ms-office.activeX+xml"/>
  <Override PartName="/ppt/activeX/activeX7.xml" ContentType="application/vnd.ms-office.activeX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  <p:sldId id="267" r:id="rId13"/>
    <p:sldId id="269" r:id="rId14"/>
    <p:sldId id="268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9" r:id="rId33"/>
    <p:sldId id="290" r:id="rId34"/>
    <p:sldId id="286" r:id="rId35"/>
    <p:sldId id="287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5D3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4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2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activeX/_rels/activeX1.xml.rels><?xml version="1.0" encoding="UTF-8" standalone="yes"?>
<Relationships xmlns="http://schemas.openxmlformats.org/package/2006/relationships"><Relationship Id="rId1" Type="http://schemas.microsoft.com/office/2006/relationships/activeXControlBinary" Target="activeX1.bin"/></Relationships>
</file>

<file path=ppt/activeX/_rels/activeX2.xml.rels><?xml version="1.0" encoding="UTF-8" standalone="yes"?>
<Relationships xmlns="http://schemas.openxmlformats.org/package/2006/relationships"><Relationship Id="rId1" Type="http://schemas.microsoft.com/office/2006/relationships/activeXControlBinary" Target="activeX2.bin"/></Relationships>
</file>

<file path=ppt/activeX/_rels/activeX3.xml.rels><?xml version="1.0" encoding="UTF-8" standalone="yes"?>
<Relationships xmlns="http://schemas.openxmlformats.org/package/2006/relationships"><Relationship Id="rId1" Type="http://schemas.microsoft.com/office/2006/relationships/activeXControlBinary" Target="activeX3.bin"/></Relationships>
</file>

<file path=ppt/activeX/_rels/activeX4.xml.rels><?xml version="1.0" encoding="UTF-8" standalone="yes"?>
<Relationships xmlns="http://schemas.openxmlformats.org/package/2006/relationships"><Relationship Id="rId1" Type="http://schemas.microsoft.com/office/2006/relationships/activeXControlBinary" Target="activeX4.bin"/></Relationships>
</file>

<file path=ppt/activeX/_rels/activeX5.xml.rels><?xml version="1.0" encoding="UTF-8" standalone="yes"?>
<Relationships xmlns="http://schemas.openxmlformats.org/package/2006/relationships"><Relationship Id="rId1" Type="http://schemas.microsoft.com/office/2006/relationships/activeXControlBinary" Target="activeX5.bin"/></Relationships>
</file>

<file path=ppt/activeX/_rels/activeX6.xml.rels><?xml version="1.0" encoding="UTF-8" standalone="yes"?>
<Relationships xmlns="http://schemas.openxmlformats.org/package/2006/relationships"><Relationship Id="rId1" Type="http://schemas.microsoft.com/office/2006/relationships/activeXControlBinary" Target="activeX6.bin"/></Relationships>
</file>

<file path=ppt/activeX/_rels/activeX7.xml.rels><?xml version="1.0" encoding="UTF-8" standalone="yes"?>
<Relationships xmlns="http://schemas.openxmlformats.org/package/2006/relationships"><Relationship Id="rId1" Type="http://schemas.microsoft.com/office/2006/relationships/activeXControlBinary" Target="activeX7.bin"/></Relationships>
</file>

<file path=ppt/activeX/activeX1.xml><?xml version="1.0" encoding="utf-8"?>
<ax:ocx xmlns:ax="http://schemas.microsoft.com/office/2006/activeX" xmlns:r="http://schemas.openxmlformats.org/officeDocument/2006/relationships" ax:classid="{8BD21D30-EC42-11CE-9E0D-00AA006002F3}" ax:persistence="persistStorage" r:id="rId1"/>
</file>

<file path=ppt/activeX/activeX2.xml><?xml version="1.0" encoding="utf-8"?>
<ax:ocx xmlns:ax="http://schemas.microsoft.com/office/2006/activeX" xmlns:r="http://schemas.openxmlformats.org/officeDocument/2006/relationships" ax:classid="{8BD21D30-EC42-11CE-9E0D-00AA006002F3}" ax:persistence="persistStorage" r:id="rId1"/>
</file>

<file path=ppt/activeX/activeX3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4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5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6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7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FE7338-034E-E0AB-26F8-DA0CDC8371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F56C3B5-18EC-E8B8-D68E-A013A3F7E9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E1CF55-0774-E3F4-7774-038C8F93F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4D919-9441-4579-9F9B-5141970ECC72}" type="datetimeFigureOut">
              <a:rPr lang="zh-CN" altLang="en-US" smtClean="0"/>
              <a:t>2022/7/14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5353C3A-EA0B-B211-45C7-81AF736E7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31E17D3-0A2F-3C6B-4305-25FE7FE41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6D626-7DFD-4682-B738-2B2F8484E8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1997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56B4C5-B5E9-563A-48F6-C160A7492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C56608-CAF6-35D6-2E43-27613D07A1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878FC8-7FC6-04C6-0CEB-60518A2C9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4D919-9441-4579-9F9B-5141970ECC72}" type="datetimeFigureOut">
              <a:rPr lang="zh-CN" altLang="en-US" smtClean="0"/>
              <a:t>2022/7/14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7C0F92C-3613-5418-4384-5BDE1A1ED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412336-FCB7-F115-327B-8929D8888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6D626-7DFD-4682-B738-2B2F8484E8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2816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57E91E-7F13-99CD-7199-C90C9A4FA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510FE68-1ABE-E4CF-1593-F10E564398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006550-3E37-2B4D-E57B-4987B16CF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4D919-9441-4579-9F9B-5141970ECC72}" type="datetimeFigureOut">
              <a:rPr lang="zh-CN" altLang="en-US" smtClean="0"/>
              <a:t>2022/7/14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CBB6D5-A441-3BDB-97FC-F639CEB95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D326A4-CFA3-3402-26F7-48B36C3C8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6D626-7DFD-4682-B738-2B2F8484E8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8773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4B832B-0936-0E40-8072-E5E31A950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0590DF-7971-8B04-B527-C1BDABF1D0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D3F6B93-486C-8BD9-69CE-5EA28C4D2D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0901793-89DC-ED81-44E1-F9E3122A9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4D919-9441-4579-9F9B-5141970ECC72}" type="datetimeFigureOut">
              <a:rPr lang="zh-CN" altLang="en-US" smtClean="0"/>
              <a:t>2022/7/14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2453634-D2F4-F699-7227-59328F82C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31A5232-C1DB-475F-7E9C-7350852C2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6D626-7DFD-4682-B738-2B2F8484E8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5510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73A5E0-49B4-532A-7B39-C95AC50FF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13DF84B-D53E-618D-D0A7-D17ACCC686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46167BC-9A9C-ACD7-519B-5C7453EB23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69CF92D-CF0E-E35B-B514-CBBBF8D5EF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DB01E3B-0A8C-A8EA-C886-75011DD4C5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A6AE1FE-197B-2DE8-8018-BC7AB71C8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4D919-9441-4579-9F9B-5141970ECC72}" type="datetimeFigureOut">
              <a:rPr lang="zh-CN" altLang="en-US" smtClean="0"/>
              <a:t>2022/7/14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A4DB914-D5BA-4A55-CC88-A0BAE901B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B711A92-2E84-04E3-39D7-ABBB252F7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6D626-7DFD-4682-B738-2B2F8484E8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7594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BC8DA0-7D5E-2DDD-404B-1C02FB6D9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AE38FB4-41D8-920E-9E13-6739EA323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4D919-9441-4579-9F9B-5141970ECC72}" type="datetimeFigureOut">
              <a:rPr lang="zh-CN" altLang="en-US" smtClean="0"/>
              <a:t>2022/7/14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2533EE9-A0A9-5378-9B76-24AA8A1CB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65A87B4-1C1D-AAA8-DC4B-5A0933D66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6D626-7DFD-4682-B738-2B2F8484E8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4647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78D47FF-64A8-7B24-FFCD-C349C17C5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4D919-9441-4579-9F9B-5141970ECC72}" type="datetimeFigureOut">
              <a:rPr lang="zh-CN" altLang="en-US" smtClean="0"/>
              <a:t>2022/7/14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8C11BB5-D044-3BDE-2575-9EC765B46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4F74175-459F-9B23-239A-24980A473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6D626-7DFD-4682-B738-2B2F8484E8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1437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14F76E-F565-66BE-9EE7-C65D4AC98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2B10BD-3E6E-69C4-2EB3-0879C068BC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B0A9940-B6DF-CEF0-E442-ADF5402F4F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4FF0B87-2006-AA42-9C71-A92AD76CE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4D919-9441-4579-9F9B-5141970ECC72}" type="datetimeFigureOut">
              <a:rPr lang="zh-CN" altLang="en-US" smtClean="0"/>
              <a:t>2022/7/14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F39A35C-25A1-74BE-CA50-025DCB13C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5EC8D6A-3F10-EB2A-6EC4-F33F690D7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6D626-7DFD-4682-B738-2B2F8484E8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138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9364F6-5757-9A5E-E15A-797DB7523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67DDAB2-9D7D-BCC0-3A8F-3DA2339F54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CDB61E6-C630-0283-5A9C-CB0F5B8F3E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C846C22-3B8E-ECC6-8216-F6C110AC5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4D919-9441-4579-9F9B-5141970ECC72}" type="datetimeFigureOut">
              <a:rPr lang="zh-CN" altLang="en-US" smtClean="0"/>
              <a:t>2022/7/14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C7CAD7C-E72B-926A-A2FE-51DBE1535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0391694-5CFF-0A8E-AEF5-04F366F05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6D626-7DFD-4682-B738-2B2F8484E8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474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695D42-B99A-559E-9A77-4C2316E5A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BC7A660-B24E-6431-CE78-A15D9F88C9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54B0BC-D46E-6C36-6184-ACB565003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4D919-9441-4579-9F9B-5141970ECC72}" type="datetimeFigureOut">
              <a:rPr lang="zh-CN" altLang="en-US" smtClean="0"/>
              <a:t>2022/7/14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B1D6B9-FE57-6573-2C1C-B24BFB9B4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09AB34-E355-C330-179C-5670764B5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6D626-7DFD-4682-B738-2B2F8484E8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7464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3A7AFF6-73F6-543E-B1A5-8305F8F89D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34BDE46-78C5-A61D-CDAD-4F1475D21E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222EF4-84B7-C08D-D521-A2F8D27B1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4D919-9441-4579-9F9B-5141970ECC72}" type="datetimeFigureOut">
              <a:rPr lang="zh-CN" altLang="en-US" smtClean="0"/>
              <a:t>2022/7/14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46B4C0C-56ED-13ED-14D0-84F470ADB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E3565E1-98E0-F6A1-B7C1-D61830773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6D626-7DFD-4682-B738-2B2F8484E8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1298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9952A23-2CD6-7819-3D51-541099504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2E9B9C7-F486-C486-E2E5-00EDB3B0E5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6BF75C-1E77-1FE6-9A81-3A79A2DA47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44D919-9441-4579-9F9B-5141970ECC72}" type="datetimeFigureOut">
              <a:rPr lang="zh-CN" altLang="en-US" smtClean="0"/>
              <a:t>2022/7/14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B22A4E-271D-7CBD-1210-FE6D1F048A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20A400-8B00-B4D5-4396-7A35C3E205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06D626-7DFD-4682-B738-2B2F8484E8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7621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control" Target="../activeX/activeX2.xml"/><Relationship Id="rId1" Type="http://schemas.openxmlformats.org/officeDocument/2006/relationships/control" Target="../activeX/activeX1.xml"/><Relationship Id="rId5" Type="http://schemas.openxmlformats.org/officeDocument/2006/relationships/image" Target="../media/image4.wmf"/><Relationship Id="rId4" Type="http://schemas.openxmlformats.org/officeDocument/2006/relationships/image" Target="../media/image3.w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slideLayout" Target="../slideLayouts/slideLayout2.xml"/><Relationship Id="rId1" Type="http://schemas.openxmlformats.org/officeDocument/2006/relationships/control" Target="../activeX/activeX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control" Target="../activeX/activeX4.xml"/><Relationship Id="rId6" Type="http://schemas.openxmlformats.org/officeDocument/2006/relationships/image" Target="../media/image9.wmf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wmf"/><Relationship Id="rId2" Type="http://schemas.openxmlformats.org/officeDocument/2006/relationships/slideLayout" Target="../slideLayouts/slideLayout2.xml"/><Relationship Id="rId1" Type="http://schemas.openxmlformats.org/officeDocument/2006/relationships/control" Target="../activeX/activeX5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2.xml"/><Relationship Id="rId1" Type="http://schemas.openxmlformats.org/officeDocument/2006/relationships/control" Target="../activeX/activeX6.xml"/><Relationship Id="rId4" Type="http://schemas.openxmlformats.org/officeDocument/2006/relationships/image" Target="../media/image22.w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2.xml"/><Relationship Id="rId1" Type="http://schemas.openxmlformats.org/officeDocument/2006/relationships/control" Target="../activeX/activeX7.xml"/><Relationship Id="rId5" Type="http://schemas.openxmlformats.org/officeDocument/2006/relationships/image" Target="../media/image20.wmf"/><Relationship Id="rId4" Type="http://schemas.openxmlformats.org/officeDocument/2006/relationships/image" Target="../media/image24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11" Type="http://schemas.openxmlformats.org/officeDocument/2006/relationships/image" Target="../media/image2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4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openxmlformats.org/officeDocument/2006/relationships/image" Target="../media/image17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11" Type="http://schemas.openxmlformats.org/officeDocument/2006/relationships/image" Target="../media/image2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Relationship Id="rId14" Type="http://schemas.openxmlformats.org/officeDocument/2006/relationships/image" Target="../media/image21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4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openxmlformats.org/officeDocument/2006/relationships/image" Target="../media/image17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11" Type="http://schemas.openxmlformats.org/officeDocument/2006/relationships/image" Target="../media/image2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Relationship Id="rId14" Type="http://schemas.openxmlformats.org/officeDocument/2006/relationships/image" Target="../media/image21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048FDF97-0B9A-7F2D-A233-4A9E059F7BA2}"/>
              </a:ext>
            </a:extLst>
          </p:cNvPr>
          <p:cNvSpPr/>
          <p:nvPr/>
        </p:nvSpPr>
        <p:spPr>
          <a:xfrm>
            <a:off x="0" y="5930669"/>
            <a:ext cx="12192000" cy="223520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97BA170-41A0-8D65-0C0D-715F861E1B52}"/>
              </a:ext>
            </a:extLst>
          </p:cNvPr>
          <p:cNvSpPr txBox="1"/>
          <p:nvPr/>
        </p:nvSpPr>
        <p:spPr>
          <a:xfrm>
            <a:off x="0" y="5190836"/>
            <a:ext cx="2078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Loading files......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29860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游戏机, 食物, 花&#10;&#10;描述已自动生成">
            <a:extLst>
              <a:ext uri="{FF2B5EF4-FFF2-40B4-BE49-F238E27FC236}">
                <a16:creationId xmlns:a16="http://schemas.microsoft.com/office/drawing/2014/main" id="{67A973F6-0AB7-8F3D-5885-8AF38B9B33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2474" y="5213696"/>
            <a:ext cx="527050" cy="52705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28CC25C-5B10-5B7C-F60D-17DCF0C760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3715" y="1184323"/>
            <a:ext cx="1564570" cy="1564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9281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accent1">
                <a:lumMod val="45000"/>
                <a:lumOff val="55000"/>
              </a:schemeClr>
            </a:gs>
            <a:gs pos="38000">
              <a:schemeClr val="accent1">
                <a:lumMod val="45000"/>
                <a:lumOff val="55000"/>
              </a:schemeClr>
            </a:gs>
            <a:gs pos="62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E23B5360-60CE-4ED8-4CCA-A90B7EA17E80}"/>
              </a:ext>
            </a:extLst>
          </p:cNvPr>
          <p:cNvSpPr txBox="1"/>
          <p:nvPr/>
        </p:nvSpPr>
        <p:spPr>
          <a:xfrm>
            <a:off x="5346109" y="1228437"/>
            <a:ext cx="2081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</a:rPr>
              <a:t>Windows</a:t>
            </a:r>
            <a:endParaRPr lang="zh-CN" altLang="en-US" sz="3600" dirty="0">
              <a:solidFill>
                <a:schemeClr val="bg1"/>
              </a:solidFill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26592CDE-973B-A2EC-9D89-013E9E269301}"/>
              </a:ext>
            </a:extLst>
          </p:cNvPr>
          <p:cNvGrpSpPr/>
          <p:nvPr/>
        </p:nvGrpSpPr>
        <p:grpSpPr>
          <a:xfrm>
            <a:off x="4764217" y="1306945"/>
            <a:ext cx="496327" cy="489314"/>
            <a:chOff x="4174836" y="1265382"/>
            <a:chExt cx="496327" cy="489314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D4D6F48D-EF51-C9A0-4716-DAB8F6241D37}"/>
                </a:ext>
              </a:extLst>
            </p:cNvPr>
            <p:cNvSpPr/>
            <p:nvPr/>
          </p:nvSpPr>
          <p:spPr>
            <a:xfrm>
              <a:off x="4174836" y="1265382"/>
              <a:ext cx="216000" cy="21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1C2004DD-5FF8-4E8F-979E-B1D3416A4A8A}"/>
                </a:ext>
              </a:extLst>
            </p:cNvPr>
            <p:cNvSpPr/>
            <p:nvPr/>
          </p:nvSpPr>
          <p:spPr>
            <a:xfrm>
              <a:off x="4455163" y="1265382"/>
              <a:ext cx="216000" cy="21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11BCD33A-1FA8-33F4-2862-A4892D1BBFB4}"/>
                </a:ext>
              </a:extLst>
            </p:cNvPr>
            <p:cNvSpPr/>
            <p:nvPr/>
          </p:nvSpPr>
          <p:spPr>
            <a:xfrm>
              <a:off x="4174836" y="1538696"/>
              <a:ext cx="216000" cy="21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7DBC9DF2-8F90-BCAA-7587-2FDEB86BCCBC}"/>
                </a:ext>
              </a:extLst>
            </p:cNvPr>
            <p:cNvSpPr/>
            <p:nvPr/>
          </p:nvSpPr>
          <p:spPr>
            <a:xfrm>
              <a:off x="4455163" y="1538696"/>
              <a:ext cx="216000" cy="21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9F8D26B-E02D-C10C-E852-F0D34B73970D}"/>
              </a:ext>
            </a:extLst>
          </p:cNvPr>
          <p:cNvSpPr/>
          <p:nvPr/>
        </p:nvSpPr>
        <p:spPr>
          <a:xfrm>
            <a:off x="0" y="6497996"/>
            <a:ext cx="4312862" cy="284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zh-CN" sz="160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sym typeface="+mn-ea"/>
              </a:rPr>
              <a:t>Copyright © 2022 Microsoft Corporation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0E492EE-3D98-DFD7-47D0-E36293F76E59}"/>
              </a:ext>
            </a:extLst>
          </p:cNvPr>
          <p:cNvSpPr/>
          <p:nvPr/>
        </p:nvSpPr>
        <p:spPr>
          <a:xfrm>
            <a:off x="3003782" y="3134866"/>
            <a:ext cx="885017" cy="803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 sz="1600" dirty="0">
                <a:solidFill>
                  <a:schemeClr val="bg1"/>
                </a:solidFill>
              </a:rPr>
              <a:t>语  言：</a:t>
            </a:r>
          </a:p>
          <a:p>
            <a:pPr algn="just">
              <a:lnSpc>
                <a:spcPct val="160000"/>
              </a:lnSpc>
            </a:pPr>
            <a:r>
              <a:rPr lang="zh-CN" altLang="en-US" sz="1600" dirty="0">
                <a:solidFill>
                  <a:schemeClr val="bg1"/>
                </a:solidFill>
              </a:rPr>
              <a:t>输入法</a:t>
            </a:r>
            <a:r>
              <a:rPr lang="zh-CN" altLang="en-US" sz="1600" dirty="0">
                <a:solidFill>
                  <a:schemeClr val="tx1"/>
                </a:solidFill>
              </a:rPr>
              <a:t>：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F18341A-8B5B-8F4F-3027-BDFD8A3D1CB8}"/>
              </a:ext>
            </a:extLst>
          </p:cNvPr>
          <p:cNvSpPr/>
          <p:nvPr/>
        </p:nvSpPr>
        <p:spPr>
          <a:xfrm>
            <a:off x="5231201" y="4534926"/>
            <a:ext cx="1155745" cy="42487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9A0258F-EE4B-B688-E95A-A995A7C4B19D}"/>
              </a:ext>
            </a:extLst>
          </p:cNvPr>
          <p:cNvSpPr txBox="1"/>
          <p:nvPr/>
        </p:nvSpPr>
        <p:spPr>
          <a:xfrm>
            <a:off x="5231201" y="4534926"/>
            <a:ext cx="11557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下一步</a:t>
            </a: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name="ComboBoxL" r:id="rId1" imgW="4657680" imgH="247680"/>
        </mc:Choice>
        <mc:Fallback>
          <p:control name="ComboBoxL" r:id="rId1" imgW="4657680" imgH="247680">
            <p:pic>
              <p:nvPicPr>
                <p:cNvPr id="18" name="ComboBoxL">
                  <a:extLst>
                    <a:ext uri="{FF2B5EF4-FFF2-40B4-BE49-F238E27FC236}">
                      <a16:creationId xmlns:a16="http://schemas.microsoft.com/office/drawing/2014/main" id="{ACBDE148-78F8-FE62-E505-9F54B0D563E0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4"/>
                <a:srcRect/>
                <a:stretch>
                  <a:fillRect/>
                </a:stretch>
              </p:blipFill>
              <p:spPr bwMode="auto">
                <a:xfrm>
                  <a:off x="3888799" y="3185653"/>
                  <a:ext cx="4654550" cy="25082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name="ComboBox1" r:id="rId2" imgW="4657680" imgH="247680"/>
        </mc:Choice>
        <mc:Fallback>
          <p:control name="ComboBox1" r:id="rId2" imgW="4657680" imgH="247680">
            <p:pic>
              <p:nvPicPr>
                <p:cNvPr id="19" name="ComboBox1">
                  <a:extLst>
                    <a:ext uri="{FF2B5EF4-FFF2-40B4-BE49-F238E27FC236}">
                      <a16:creationId xmlns:a16="http://schemas.microsoft.com/office/drawing/2014/main" id="{B7F82204-C0CE-7F99-DD69-DEEDB5B8B067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5"/>
                <a:srcRect/>
                <a:stretch>
                  <a:fillRect/>
                </a:stretch>
              </p:blipFill>
              <p:spPr bwMode="auto">
                <a:xfrm>
                  <a:off x="3888799" y="3620893"/>
                  <a:ext cx="4654550" cy="25082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</a:extLst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7651942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accent1">
                <a:lumMod val="45000"/>
                <a:lumOff val="55000"/>
              </a:schemeClr>
            </a:gs>
            <a:gs pos="44000">
              <a:schemeClr val="accent1">
                <a:lumMod val="45000"/>
                <a:lumOff val="55000"/>
              </a:schemeClr>
            </a:gs>
            <a:gs pos="78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31F7B08E-1108-750F-6948-E16D4C8EE321}"/>
              </a:ext>
            </a:extLst>
          </p:cNvPr>
          <p:cNvGrpSpPr/>
          <p:nvPr/>
        </p:nvGrpSpPr>
        <p:grpSpPr>
          <a:xfrm>
            <a:off x="4764217" y="1228437"/>
            <a:ext cx="2663566" cy="646331"/>
            <a:chOff x="5514108" y="1625601"/>
            <a:chExt cx="2663566" cy="646331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E23B5360-60CE-4ED8-4CCA-A90B7EA17E80}"/>
                </a:ext>
              </a:extLst>
            </p:cNvPr>
            <p:cNvSpPr txBox="1"/>
            <p:nvPr/>
          </p:nvSpPr>
          <p:spPr>
            <a:xfrm>
              <a:off x="6096000" y="1625601"/>
              <a:ext cx="208167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dirty="0">
                  <a:solidFill>
                    <a:schemeClr val="bg1"/>
                  </a:solidFill>
                </a:rPr>
                <a:t>Windows</a:t>
              </a:r>
              <a:endParaRPr lang="zh-CN" altLang="en-US" sz="3600" dirty="0">
                <a:solidFill>
                  <a:schemeClr val="bg1"/>
                </a:solidFill>
              </a:endParaRPr>
            </a:p>
          </p:txBody>
        </p: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26592CDE-973B-A2EC-9D89-013E9E269301}"/>
                </a:ext>
              </a:extLst>
            </p:cNvPr>
            <p:cNvGrpSpPr/>
            <p:nvPr/>
          </p:nvGrpSpPr>
          <p:grpSpPr>
            <a:xfrm>
              <a:off x="5514108" y="1704109"/>
              <a:ext cx="496327" cy="489314"/>
              <a:chOff x="4174836" y="1265382"/>
              <a:chExt cx="496327" cy="489314"/>
            </a:xfrm>
          </p:grpSpPr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D4D6F48D-EF51-C9A0-4716-DAB8F6241D37}"/>
                  </a:ext>
                </a:extLst>
              </p:cNvPr>
              <p:cNvSpPr/>
              <p:nvPr/>
            </p:nvSpPr>
            <p:spPr>
              <a:xfrm>
                <a:off x="4174836" y="1265382"/>
                <a:ext cx="216000" cy="21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1C2004DD-5FF8-4E8F-979E-B1D3416A4A8A}"/>
                  </a:ext>
                </a:extLst>
              </p:cNvPr>
              <p:cNvSpPr/>
              <p:nvPr/>
            </p:nvSpPr>
            <p:spPr>
              <a:xfrm>
                <a:off x="4455163" y="1265382"/>
                <a:ext cx="216000" cy="21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11BCD33A-1FA8-33F4-2862-A4892D1BBFB4}"/>
                  </a:ext>
                </a:extLst>
              </p:cNvPr>
              <p:cNvSpPr/>
              <p:nvPr/>
            </p:nvSpPr>
            <p:spPr>
              <a:xfrm>
                <a:off x="4174836" y="1538696"/>
                <a:ext cx="216000" cy="21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7DBC9DF2-8F90-BCAA-7587-2FDEB86BCCBC}"/>
                  </a:ext>
                </a:extLst>
              </p:cNvPr>
              <p:cNvSpPr/>
              <p:nvPr/>
            </p:nvSpPr>
            <p:spPr>
              <a:xfrm>
                <a:off x="4455163" y="1538696"/>
                <a:ext cx="216000" cy="21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9F8D26B-E02D-C10C-E852-F0D34B73970D}"/>
              </a:ext>
            </a:extLst>
          </p:cNvPr>
          <p:cNvSpPr/>
          <p:nvPr/>
        </p:nvSpPr>
        <p:spPr>
          <a:xfrm>
            <a:off x="0" y="6497996"/>
            <a:ext cx="4312862" cy="284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zh-CN" sz="160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sym typeface="+mn-ea"/>
              </a:rPr>
              <a:t>Copyright © 2022 Microsoft Corporation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F18341A-8B5B-8F4F-3027-BDFD8A3D1CB8}"/>
              </a:ext>
            </a:extLst>
          </p:cNvPr>
          <p:cNvSpPr/>
          <p:nvPr/>
        </p:nvSpPr>
        <p:spPr>
          <a:xfrm>
            <a:off x="5231201" y="4534926"/>
            <a:ext cx="1446690" cy="42487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9A0258F-EE4B-B688-E95A-A995A7C4B19D}"/>
              </a:ext>
            </a:extLst>
          </p:cNvPr>
          <p:cNvSpPr txBox="1"/>
          <p:nvPr/>
        </p:nvSpPr>
        <p:spPr>
          <a:xfrm>
            <a:off x="5229455" y="4516529"/>
            <a:ext cx="14466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开始安装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C8A982D-5140-0A5F-D330-EDE09707339D}"/>
              </a:ext>
            </a:extLst>
          </p:cNvPr>
          <p:cNvSpPr/>
          <p:nvPr/>
        </p:nvSpPr>
        <p:spPr>
          <a:xfrm>
            <a:off x="66646" y="6093056"/>
            <a:ext cx="4179570" cy="3378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 sz="1600" u="sng" dirty="0">
                <a:solidFill>
                  <a:schemeClr val="accent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sym typeface="+mn-ea"/>
              </a:rPr>
              <a:t>修复计算机</a:t>
            </a:r>
          </a:p>
          <a:p>
            <a:pPr algn="just"/>
            <a:r>
              <a:rPr lang="zh-CN" altLang="en-US" sz="1600" u="sng" dirty="0">
                <a:solidFill>
                  <a:schemeClr val="accent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sym typeface="+mn-ea"/>
              </a:rPr>
              <a:t>安装</a:t>
            </a:r>
            <a:r>
              <a:rPr lang="en-US" altLang="zh-CN" sz="1600" u="sng" dirty="0">
                <a:solidFill>
                  <a:schemeClr val="accent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sym typeface="+mn-ea"/>
              </a:rPr>
              <a:t>Windows</a:t>
            </a:r>
            <a:r>
              <a:rPr lang="zh-CN" altLang="en-US" sz="1600" u="sng" dirty="0">
                <a:solidFill>
                  <a:schemeClr val="accent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sym typeface="+mn-ea"/>
              </a:rPr>
              <a:t>须知</a:t>
            </a:r>
          </a:p>
          <a:p>
            <a:pPr algn="just"/>
            <a:endParaRPr lang="en-US" altLang="zh-CN" sz="1600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  <a:sym typeface="+mn-ea"/>
            </a:endParaRPr>
          </a:p>
          <a:p>
            <a:pPr algn="just"/>
            <a:endParaRPr lang="zh-CN" altLang="en-US" sz="1600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665986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accent1">
                <a:lumMod val="45000"/>
                <a:lumOff val="55000"/>
              </a:schemeClr>
            </a:gs>
            <a:gs pos="0">
              <a:schemeClr val="accent1">
                <a:lumMod val="45000"/>
                <a:lumOff val="55000"/>
              </a:schemeClr>
            </a:gs>
            <a:gs pos="67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8981F67-EB1F-9230-E014-C46355E4D582}"/>
              </a:ext>
            </a:extLst>
          </p:cNvPr>
          <p:cNvSpPr txBox="1"/>
          <p:nvPr/>
        </p:nvSpPr>
        <p:spPr>
          <a:xfrm>
            <a:off x="3560618" y="4950691"/>
            <a:ext cx="50707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>
                <a:solidFill>
                  <a:schemeClr val="bg1"/>
                </a:solidFill>
              </a:rPr>
              <a:t>安装程序正在启动</a:t>
            </a:r>
          </a:p>
        </p:txBody>
      </p:sp>
    </p:spTree>
    <p:extLst>
      <p:ext uri="{BB962C8B-B14F-4D97-AF65-F5344CB8AC3E}">
        <p14:creationId xmlns:p14="http://schemas.microsoft.com/office/powerpoint/2010/main" val="1508238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accent1">
                <a:lumMod val="45000"/>
                <a:lumOff val="55000"/>
              </a:schemeClr>
            </a:gs>
            <a:gs pos="0">
              <a:schemeClr val="accent1">
                <a:lumMod val="45000"/>
                <a:lumOff val="55000"/>
              </a:schemeClr>
            </a:gs>
            <a:gs pos="67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A2BAE6C5-D14C-9030-85F6-E81207F5A614}"/>
              </a:ext>
            </a:extLst>
          </p:cNvPr>
          <p:cNvSpPr/>
          <p:nvPr/>
        </p:nvSpPr>
        <p:spPr>
          <a:xfrm>
            <a:off x="429164" y="41681"/>
            <a:ext cx="3357745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Windows </a:t>
            </a:r>
            <a:r>
              <a:rPr kumimoji="0" lang="zh-CN" altLang="en-US" sz="2800" b="1" i="0" u="none" strike="noStrike" kern="1200" cap="none" spc="0" normalizeH="0" baseline="0" noProof="0" dirty="0">
                <a:ln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安装程序</a:t>
            </a:r>
          </a:p>
        </p:txBody>
      </p:sp>
      <p:sp>
        <p:nvSpPr>
          <p:cNvPr id="7" name="椭圆 6" title="←">
            <a:extLst>
              <a:ext uri="{FF2B5EF4-FFF2-40B4-BE49-F238E27FC236}">
                <a16:creationId xmlns:a16="http://schemas.microsoft.com/office/drawing/2014/main" id="{143F0644-8BB2-C269-1331-001C02346796}"/>
              </a:ext>
            </a:extLst>
          </p:cNvPr>
          <p:cNvSpPr/>
          <p:nvPr/>
        </p:nvSpPr>
        <p:spPr>
          <a:xfrm>
            <a:off x="22764" y="0"/>
            <a:ext cx="540000" cy="540000"/>
          </a:xfrm>
          <a:prstGeom prst="ellipse">
            <a:avLst/>
          </a:prstGeom>
          <a:solidFill>
            <a:srgbClr val="C5D3E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←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54C734A-30E8-ACC5-9E60-E26FA76CBD36}"/>
              </a:ext>
            </a:extLst>
          </p:cNvPr>
          <p:cNvSpPr txBox="1"/>
          <p:nvPr/>
        </p:nvSpPr>
        <p:spPr>
          <a:xfrm>
            <a:off x="562764" y="678096"/>
            <a:ext cx="22813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Microsoft</a:t>
            </a:r>
            <a:r>
              <a:rPr lang="zh-CN" altLang="en-US" dirty="0"/>
              <a:t>许可条款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CE6B662-4EDE-4A21-DC98-B067D5B62E2D}"/>
              </a:ext>
            </a:extLst>
          </p:cNvPr>
          <p:cNvSpPr/>
          <p:nvPr/>
        </p:nvSpPr>
        <p:spPr>
          <a:xfrm>
            <a:off x="10427855" y="6092949"/>
            <a:ext cx="1080655" cy="40029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我同意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BE97F03-38B4-7BB1-DDCA-4FD3DD44D67F}"/>
              </a:ext>
            </a:extLst>
          </p:cNvPr>
          <p:cNvSpPr/>
          <p:nvPr/>
        </p:nvSpPr>
        <p:spPr>
          <a:xfrm>
            <a:off x="8938491" y="6092949"/>
            <a:ext cx="1193800" cy="40029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我不同意</a:t>
            </a: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name="TextBox1" r:id="rId1" imgW="11163240" imgH="4524480"/>
        </mc:Choice>
        <mc:Fallback>
          <p:control name="TextBox1" r:id="rId1" imgW="11163240" imgH="4524480">
            <p:pic>
              <p:nvPicPr>
                <p:cNvPr id="4" name="TextBox1">
                  <a:extLst>
                    <a:ext uri="{FF2B5EF4-FFF2-40B4-BE49-F238E27FC236}">
                      <a16:creationId xmlns:a16="http://schemas.microsoft.com/office/drawing/2014/main" id="{E6ED1BEE-9222-C394-E9D9-F863339BA93F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3"/>
                <a:srcRect/>
                <a:stretch>
                  <a:fillRect/>
                </a:stretch>
              </p:blipFill>
              <p:spPr bwMode="auto">
                <a:xfrm>
                  <a:off x="562764" y="1166018"/>
                  <a:ext cx="11158538" cy="45259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</a:extLst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1276575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accent1">
                <a:lumMod val="45000"/>
                <a:lumOff val="55000"/>
              </a:schemeClr>
            </a:gs>
            <a:gs pos="0">
              <a:schemeClr val="accent1">
                <a:lumMod val="45000"/>
                <a:lumOff val="55000"/>
              </a:schemeClr>
            </a:gs>
            <a:gs pos="67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A2BAE6C5-D14C-9030-85F6-E81207F5A614}"/>
              </a:ext>
            </a:extLst>
          </p:cNvPr>
          <p:cNvSpPr/>
          <p:nvPr/>
        </p:nvSpPr>
        <p:spPr>
          <a:xfrm>
            <a:off x="429164" y="41681"/>
            <a:ext cx="3357745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2800" b="1" dirty="0">
                <a:ln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Windows </a:t>
            </a:r>
            <a:r>
              <a:rPr lang="zh-CN" altLang="en-US" sz="2800" b="1" dirty="0">
                <a:ln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安装程序</a:t>
            </a:r>
          </a:p>
        </p:txBody>
      </p:sp>
      <p:sp>
        <p:nvSpPr>
          <p:cNvPr id="7" name="椭圆 6" title="←">
            <a:extLst>
              <a:ext uri="{FF2B5EF4-FFF2-40B4-BE49-F238E27FC236}">
                <a16:creationId xmlns:a16="http://schemas.microsoft.com/office/drawing/2014/main" id="{143F0644-8BB2-C269-1331-001C02346796}"/>
              </a:ext>
            </a:extLst>
          </p:cNvPr>
          <p:cNvSpPr/>
          <p:nvPr/>
        </p:nvSpPr>
        <p:spPr>
          <a:xfrm>
            <a:off x="22764" y="0"/>
            <a:ext cx="540000" cy="540000"/>
          </a:xfrm>
          <a:prstGeom prst="ellipse">
            <a:avLst/>
          </a:prstGeom>
          <a:solidFill>
            <a:srgbClr val="C5D3E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←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1651A8B-3742-1AB3-2471-268B4851741E}"/>
              </a:ext>
            </a:extLst>
          </p:cNvPr>
          <p:cNvSpPr/>
          <p:nvPr/>
        </p:nvSpPr>
        <p:spPr>
          <a:xfrm>
            <a:off x="4813087" y="1334364"/>
            <a:ext cx="2705313" cy="817707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rtlCol="0" anchor="ctr"/>
          <a:lstStyle/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激活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Windows</a:t>
            </a:r>
          </a:p>
        </p:txBody>
      </p:sp>
      <p:pic>
        <p:nvPicPr>
          <p:cNvPr id="11" name="内容占位符 3">
            <a:extLst>
              <a:ext uri="{FF2B5EF4-FFF2-40B4-BE49-F238E27FC236}">
                <a16:creationId xmlns:a16="http://schemas.microsoft.com/office/drawing/2014/main" id="{78063E2F-563E-18CD-D7A7-990ADFBD851E}"/>
              </a:ext>
            </a:extLst>
          </p:cNvPr>
          <p:cNvPicPr>
            <a:picLocks noGrp="1"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90" t="25724" r="46141" b="49683"/>
          <a:stretch>
            <a:fillRect/>
          </a:stretch>
        </p:blipFill>
        <p:spPr>
          <a:xfrm>
            <a:off x="3043237" y="2152071"/>
            <a:ext cx="6105525" cy="2291080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00916D5A-4D70-B28F-8D3C-A624134A7A7C}"/>
              </a:ext>
            </a:extLst>
          </p:cNvPr>
          <p:cNvSpPr/>
          <p:nvPr/>
        </p:nvSpPr>
        <p:spPr>
          <a:xfrm>
            <a:off x="6262255" y="3851564"/>
            <a:ext cx="230909" cy="15701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4" descr="343435383233363b333638323034353bbcfcc5cc">
            <a:extLst>
              <a:ext uri="{FF2B5EF4-FFF2-40B4-BE49-F238E27FC236}">
                <a16:creationId xmlns:a16="http://schemas.microsoft.com/office/drawing/2014/main" id="{665E658E-EC42-86D2-49AD-16C85B67E9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20762" y="4631831"/>
            <a:ext cx="720000" cy="398848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CCDFC8BD-0182-E328-7295-C5FCC6BD3CC9}"/>
              </a:ext>
            </a:extLst>
          </p:cNvPr>
          <p:cNvSpPr txBox="1"/>
          <p:nvPr/>
        </p:nvSpPr>
        <p:spPr>
          <a:xfrm>
            <a:off x="2933000" y="4644680"/>
            <a:ext cx="729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密钥</a:t>
            </a:r>
            <a:r>
              <a:rPr lang="en-US" altLang="zh-CN" dirty="0"/>
              <a:t>:</a:t>
            </a:r>
            <a:endParaRPr lang="zh-CN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BEE370B-60A3-B5F4-80E2-0BA48E247B1E}"/>
              </a:ext>
            </a:extLst>
          </p:cNvPr>
          <p:cNvSpPr/>
          <p:nvPr/>
        </p:nvSpPr>
        <p:spPr>
          <a:xfrm>
            <a:off x="5122034" y="5366398"/>
            <a:ext cx="1108364" cy="3232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下一步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8E329BF-2FDC-F1AB-5681-A1A51C65FDE9}"/>
              </a:ext>
            </a:extLst>
          </p:cNvPr>
          <p:cNvSpPr/>
          <p:nvPr/>
        </p:nvSpPr>
        <p:spPr>
          <a:xfrm>
            <a:off x="4813087" y="6030321"/>
            <a:ext cx="1791854" cy="3232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我暂时没有密钥</a:t>
            </a: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name="TextBox1" r:id="rId1" imgW="4029120" imgH="285840"/>
        </mc:Choice>
        <mc:Fallback>
          <p:control name="TextBox1" r:id="rId1" imgW="4029120" imgH="285840">
            <p:pic>
              <p:nvPicPr>
                <p:cNvPr id="13" name="TextBox1">
                  <a:extLst>
                    <a:ext uri="{FF2B5EF4-FFF2-40B4-BE49-F238E27FC236}">
                      <a16:creationId xmlns:a16="http://schemas.microsoft.com/office/drawing/2014/main" id="{B858AC89-6993-8619-8706-1B77A77AA0B1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662673" y="4710105"/>
                  <a:ext cx="4028619" cy="284162"/>
                </a:xfrm>
                <a:prstGeom prst="rect">
                  <a:avLst/>
                </a:prstGeom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21434861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accent1">
                <a:lumMod val="45000"/>
                <a:lumOff val="55000"/>
              </a:schemeClr>
            </a:gs>
            <a:gs pos="0">
              <a:schemeClr val="accent1">
                <a:lumMod val="45000"/>
                <a:lumOff val="55000"/>
              </a:schemeClr>
            </a:gs>
            <a:gs pos="67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A2BAE6C5-D14C-9030-85F6-E81207F5A614}"/>
              </a:ext>
            </a:extLst>
          </p:cNvPr>
          <p:cNvSpPr/>
          <p:nvPr/>
        </p:nvSpPr>
        <p:spPr>
          <a:xfrm>
            <a:off x="429164" y="41681"/>
            <a:ext cx="3357745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Windows </a:t>
            </a:r>
            <a:r>
              <a:rPr kumimoji="0" lang="zh-CN" altLang="en-US" sz="2800" b="1" i="0" u="none" strike="noStrike" kern="1200" cap="none" spc="0" normalizeH="0" baseline="0" noProof="0" dirty="0">
                <a:ln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安装程序</a:t>
            </a:r>
          </a:p>
        </p:txBody>
      </p:sp>
      <p:sp>
        <p:nvSpPr>
          <p:cNvPr id="7" name="椭圆 6" title="←">
            <a:extLst>
              <a:ext uri="{FF2B5EF4-FFF2-40B4-BE49-F238E27FC236}">
                <a16:creationId xmlns:a16="http://schemas.microsoft.com/office/drawing/2014/main" id="{143F0644-8BB2-C269-1331-001C02346796}"/>
              </a:ext>
            </a:extLst>
          </p:cNvPr>
          <p:cNvSpPr/>
          <p:nvPr/>
        </p:nvSpPr>
        <p:spPr>
          <a:xfrm>
            <a:off x="22764" y="0"/>
            <a:ext cx="540000" cy="540000"/>
          </a:xfrm>
          <a:prstGeom prst="ellipse">
            <a:avLst/>
          </a:prstGeom>
          <a:solidFill>
            <a:srgbClr val="C5D3E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←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775D47C-58EA-1011-A133-6B5CEA90309E}"/>
              </a:ext>
            </a:extLst>
          </p:cNvPr>
          <p:cNvSpPr txBox="1"/>
          <p:nvPr/>
        </p:nvSpPr>
        <p:spPr>
          <a:xfrm>
            <a:off x="3786909" y="1948873"/>
            <a:ext cx="436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正在检查你的电脑是否符合硬件要求</a:t>
            </a:r>
            <a:r>
              <a:rPr lang="en-US" altLang="zh-CN" dirty="0"/>
              <a:t>......</a:t>
            </a:r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FAB2ED1-33D6-E33B-4C03-A68CB82AAB0E}"/>
              </a:ext>
            </a:extLst>
          </p:cNvPr>
          <p:cNvSpPr/>
          <p:nvPr/>
        </p:nvSpPr>
        <p:spPr>
          <a:xfrm>
            <a:off x="2969164" y="3317240"/>
            <a:ext cx="5823854" cy="223520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99145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accent1">
                <a:lumMod val="45000"/>
                <a:lumOff val="55000"/>
              </a:schemeClr>
            </a:gs>
            <a:gs pos="0">
              <a:schemeClr val="accent1">
                <a:lumMod val="45000"/>
                <a:lumOff val="55000"/>
              </a:schemeClr>
            </a:gs>
            <a:gs pos="67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A2BAE6C5-D14C-9030-85F6-E81207F5A614}"/>
              </a:ext>
            </a:extLst>
          </p:cNvPr>
          <p:cNvSpPr/>
          <p:nvPr/>
        </p:nvSpPr>
        <p:spPr>
          <a:xfrm>
            <a:off x="429164" y="41681"/>
            <a:ext cx="3357745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Windows </a:t>
            </a:r>
            <a:r>
              <a:rPr kumimoji="0" lang="zh-CN" altLang="en-US" sz="2800" b="1" i="0" u="none" strike="noStrike" kern="1200" cap="none" spc="0" normalizeH="0" baseline="0" noProof="0" dirty="0">
                <a:ln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安装程序</a:t>
            </a:r>
          </a:p>
        </p:txBody>
      </p:sp>
      <p:sp>
        <p:nvSpPr>
          <p:cNvPr id="7" name="椭圆 6" title="←">
            <a:extLst>
              <a:ext uri="{FF2B5EF4-FFF2-40B4-BE49-F238E27FC236}">
                <a16:creationId xmlns:a16="http://schemas.microsoft.com/office/drawing/2014/main" id="{143F0644-8BB2-C269-1331-001C02346796}"/>
              </a:ext>
            </a:extLst>
          </p:cNvPr>
          <p:cNvSpPr/>
          <p:nvPr/>
        </p:nvSpPr>
        <p:spPr>
          <a:xfrm>
            <a:off x="22764" y="0"/>
            <a:ext cx="540000" cy="540000"/>
          </a:xfrm>
          <a:prstGeom prst="ellipse">
            <a:avLst/>
          </a:prstGeom>
          <a:solidFill>
            <a:srgbClr val="C5D3E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←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6C4ABD0-9AA6-DC72-58EA-E4574B340B87}"/>
              </a:ext>
            </a:extLst>
          </p:cNvPr>
          <p:cNvSpPr/>
          <p:nvPr/>
        </p:nvSpPr>
        <p:spPr>
          <a:xfrm>
            <a:off x="4495280" y="1057275"/>
            <a:ext cx="3201439" cy="3733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sz="2000">
                <a:solidFill>
                  <a:schemeClr val="accent1"/>
                </a:solidFill>
              </a:rPr>
              <a:t>请选择</a:t>
            </a:r>
            <a:r>
              <a:rPr lang="en-US" altLang="zh-CN" sz="2000">
                <a:solidFill>
                  <a:schemeClr val="accent1"/>
                </a:solidFill>
              </a:rPr>
              <a:t>Windows</a:t>
            </a:r>
            <a:r>
              <a:rPr lang="zh-CN" altLang="en-US" sz="2000">
                <a:solidFill>
                  <a:schemeClr val="accent1"/>
                </a:solidFill>
              </a:rPr>
              <a:t>安装方式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022DE225-8416-9B03-9155-687432CB0A0C}"/>
              </a:ext>
            </a:extLst>
          </p:cNvPr>
          <p:cNvSpPr/>
          <p:nvPr/>
        </p:nvSpPr>
        <p:spPr>
          <a:xfrm>
            <a:off x="3486726" y="2604654"/>
            <a:ext cx="5218546" cy="94210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>
                <a:solidFill>
                  <a:schemeClr val="accent1"/>
                </a:solidFill>
              </a:rPr>
              <a:t>升级：安装</a:t>
            </a:r>
            <a:r>
              <a:rPr lang="en-US" altLang="zh-CN" sz="1800" dirty="0">
                <a:solidFill>
                  <a:schemeClr val="accent1"/>
                </a:solidFill>
              </a:rPr>
              <a:t>Windows</a:t>
            </a:r>
            <a:r>
              <a:rPr lang="zh-CN" altLang="en-US" sz="1800" dirty="0">
                <a:solidFill>
                  <a:schemeClr val="accent1"/>
                </a:solidFill>
              </a:rPr>
              <a:t>并保留文件</a:t>
            </a:r>
            <a:r>
              <a:rPr lang="en-US" altLang="zh-CN" sz="1800" dirty="0">
                <a:solidFill>
                  <a:schemeClr val="accent1"/>
                </a:solidFill>
              </a:rPr>
              <a:t> </a:t>
            </a:r>
            <a:r>
              <a:rPr lang="zh-CN" altLang="en-US" sz="1800" dirty="0">
                <a:solidFill>
                  <a:schemeClr val="accent1"/>
                </a:solidFill>
              </a:rPr>
              <a:t>设置和应用程序</a:t>
            </a:r>
            <a:endParaRPr lang="zh-CN" altLang="en-US" dirty="0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3B513BA8-9791-39E6-6D74-B8AFE9BCB5D2}"/>
              </a:ext>
            </a:extLst>
          </p:cNvPr>
          <p:cNvSpPr/>
          <p:nvPr/>
        </p:nvSpPr>
        <p:spPr>
          <a:xfrm>
            <a:off x="3486726" y="3957781"/>
            <a:ext cx="5218546" cy="94210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zh-CN" altLang="en-US" sz="1800" dirty="0">
                <a:solidFill>
                  <a:schemeClr val="accent1"/>
                </a:solidFill>
              </a:rPr>
              <a:t>自定义：仅安装</a:t>
            </a:r>
            <a:r>
              <a:rPr lang="en-US" altLang="zh-CN" sz="1800" dirty="0">
                <a:solidFill>
                  <a:schemeClr val="accent1"/>
                </a:solidFill>
              </a:rPr>
              <a:t>Windows</a:t>
            </a:r>
            <a:r>
              <a:rPr lang="zh-CN" altLang="en-US" sz="1800" dirty="0">
                <a:solidFill>
                  <a:schemeClr val="accent1"/>
                </a:solidFill>
              </a:rPr>
              <a:t>（高级）</a:t>
            </a:r>
          </a:p>
        </p:txBody>
      </p:sp>
    </p:spTree>
    <p:extLst>
      <p:ext uri="{BB962C8B-B14F-4D97-AF65-F5344CB8AC3E}">
        <p14:creationId xmlns:p14="http://schemas.microsoft.com/office/powerpoint/2010/main" val="40158786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accent1">
                <a:lumMod val="45000"/>
                <a:lumOff val="55000"/>
              </a:schemeClr>
            </a:gs>
            <a:gs pos="0">
              <a:schemeClr val="accent1">
                <a:lumMod val="45000"/>
                <a:lumOff val="55000"/>
              </a:schemeClr>
            </a:gs>
            <a:gs pos="67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8A7B800-719C-9683-FC2C-88A3E1A19256}"/>
              </a:ext>
            </a:extLst>
          </p:cNvPr>
          <p:cNvSpPr/>
          <p:nvPr/>
        </p:nvSpPr>
        <p:spPr>
          <a:xfrm>
            <a:off x="3107689" y="2381095"/>
            <a:ext cx="5851584" cy="3454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2BAE6C5-D14C-9030-85F6-E81207F5A614}"/>
              </a:ext>
            </a:extLst>
          </p:cNvPr>
          <p:cNvSpPr/>
          <p:nvPr/>
        </p:nvSpPr>
        <p:spPr>
          <a:xfrm>
            <a:off x="429164" y="41681"/>
            <a:ext cx="3357745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Windows </a:t>
            </a:r>
            <a:r>
              <a:rPr kumimoji="0" lang="zh-CN" altLang="en-US" sz="2800" b="1" i="0" u="none" strike="noStrike" kern="1200" cap="none" spc="0" normalizeH="0" baseline="0" noProof="0" dirty="0">
                <a:ln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安装程序</a:t>
            </a:r>
          </a:p>
        </p:txBody>
      </p:sp>
      <p:sp>
        <p:nvSpPr>
          <p:cNvPr id="7" name="椭圆 6" title="←">
            <a:extLst>
              <a:ext uri="{FF2B5EF4-FFF2-40B4-BE49-F238E27FC236}">
                <a16:creationId xmlns:a16="http://schemas.microsoft.com/office/drawing/2014/main" id="{143F0644-8BB2-C269-1331-001C02346796}"/>
              </a:ext>
            </a:extLst>
          </p:cNvPr>
          <p:cNvSpPr/>
          <p:nvPr/>
        </p:nvSpPr>
        <p:spPr>
          <a:xfrm>
            <a:off x="22764" y="0"/>
            <a:ext cx="540000" cy="540000"/>
          </a:xfrm>
          <a:prstGeom prst="ellipse">
            <a:avLst/>
          </a:prstGeom>
          <a:solidFill>
            <a:srgbClr val="C5D3E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←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4B7A241-9FAB-FD52-6ED5-27EB7BAE16BC}"/>
              </a:ext>
            </a:extLst>
          </p:cNvPr>
          <p:cNvSpPr/>
          <p:nvPr/>
        </p:nvSpPr>
        <p:spPr>
          <a:xfrm>
            <a:off x="4570188" y="1113386"/>
            <a:ext cx="3051623" cy="391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sz="2000" dirty="0">
                <a:solidFill>
                  <a:schemeClr val="accent1"/>
                </a:solidFill>
              </a:rPr>
              <a:t>请选择</a:t>
            </a:r>
            <a:r>
              <a:rPr lang="en-US" altLang="zh-CN" sz="2000" dirty="0">
                <a:solidFill>
                  <a:schemeClr val="accent1"/>
                </a:solidFill>
              </a:rPr>
              <a:t>Windows</a:t>
            </a:r>
            <a:r>
              <a:rPr lang="zh-CN" altLang="en-US" sz="2000" dirty="0">
                <a:solidFill>
                  <a:schemeClr val="accent1"/>
                </a:solidFill>
              </a:rPr>
              <a:t>安装位置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374BF7-0B67-7BE0-B04C-05B1AD7C25AB}"/>
              </a:ext>
            </a:extLst>
          </p:cNvPr>
          <p:cNvSpPr/>
          <p:nvPr/>
        </p:nvSpPr>
        <p:spPr>
          <a:xfrm>
            <a:off x="3107689" y="1907425"/>
            <a:ext cx="5976620" cy="345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 dirty="0">
                <a:solidFill>
                  <a:schemeClr val="tx1"/>
                </a:solidFill>
              </a:rPr>
              <a:t>盘符  </a:t>
            </a:r>
            <a:r>
              <a:rPr lang="en-US" altLang="zh-CN" dirty="0">
                <a:solidFill>
                  <a:schemeClr val="tx1"/>
                </a:solidFill>
              </a:rPr>
              <a:t>     </a:t>
            </a:r>
            <a:r>
              <a:rPr lang="zh-CN" altLang="en-US" dirty="0">
                <a:solidFill>
                  <a:schemeClr val="tx1"/>
                </a:solidFill>
              </a:rPr>
              <a:t>卷标</a:t>
            </a:r>
            <a:r>
              <a:rPr lang="en-US" altLang="zh-CN" dirty="0">
                <a:solidFill>
                  <a:schemeClr val="tx1"/>
                </a:solidFill>
              </a:rPr>
              <a:t>                                            </a:t>
            </a:r>
            <a:r>
              <a:rPr lang="zh-CN" altLang="en-US" dirty="0">
                <a:solidFill>
                  <a:schemeClr val="tx1"/>
                </a:solidFill>
              </a:rPr>
              <a:t>大小</a:t>
            </a:r>
            <a:r>
              <a:rPr lang="en-US" altLang="zh-CN" dirty="0">
                <a:solidFill>
                  <a:schemeClr val="tx1"/>
                </a:solidFill>
              </a:rPr>
              <a:t>    </a:t>
            </a:r>
            <a:r>
              <a:rPr lang="zh-CN" altLang="en-US" dirty="0">
                <a:solidFill>
                  <a:schemeClr val="tx1"/>
                </a:solidFill>
              </a:rPr>
              <a:t>可用空间</a:t>
            </a:r>
          </a:p>
        </p:txBody>
      </p:sp>
      <p:sp>
        <p:nvSpPr>
          <p:cNvPr id="8" name="矩形 7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92BF40E-915B-6FD4-7B47-B88834BDB017}"/>
              </a:ext>
            </a:extLst>
          </p:cNvPr>
          <p:cNvSpPr/>
          <p:nvPr/>
        </p:nvSpPr>
        <p:spPr>
          <a:xfrm>
            <a:off x="3206778" y="2381095"/>
            <a:ext cx="5976620" cy="1214294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zh-CN" sz="1400" dirty="0">
                <a:solidFill>
                  <a:schemeClr val="tx1"/>
                </a:solidFill>
              </a:rPr>
              <a:t>C              </a:t>
            </a:r>
            <a:r>
              <a:rPr lang="zh-CN" altLang="en-US" sz="1400" dirty="0">
                <a:solidFill>
                  <a:schemeClr val="tx1"/>
                </a:solidFill>
              </a:rPr>
              <a:t>系统</a:t>
            </a:r>
            <a:r>
              <a:rPr lang="en-US" altLang="zh-CN" sz="1400" dirty="0">
                <a:solidFill>
                  <a:schemeClr val="tx1"/>
                </a:solidFill>
              </a:rPr>
              <a:t>                                                           150GB         </a:t>
            </a:r>
            <a:r>
              <a:rPr lang="en-US" altLang="zh-CN" sz="1400" dirty="0" err="1">
                <a:solidFill>
                  <a:schemeClr val="tx1"/>
                </a:solidFill>
              </a:rPr>
              <a:t>150GB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algn="just"/>
            <a:endParaRPr lang="en-US" altLang="zh-CN" sz="1400" dirty="0">
              <a:solidFill>
                <a:schemeClr val="tx1"/>
              </a:solidFill>
            </a:endParaRPr>
          </a:p>
          <a:p>
            <a:pPr algn="just"/>
            <a:r>
              <a:rPr lang="en-US" altLang="zh-CN" sz="1400" dirty="0">
                <a:solidFill>
                  <a:schemeClr val="tx1"/>
                </a:solidFill>
              </a:rPr>
              <a:t>D              </a:t>
            </a:r>
            <a:r>
              <a:rPr lang="zh-CN" altLang="en-US" sz="1400" dirty="0">
                <a:solidFill>
                  <a:schemeClr val="tx1"/>
                </a:solidFill>
              </a:rPr>
              <a:t>软件                                                           </a:t>
            </a:r>
            <a:r>
              <a:rPr lang="en-US" altLang="zh-CN" sz="1400" dirty="0">
                <a:solidFill>
                  <a:schemeClr val="tx1"/>
                </a:solidFill>
              </a:rPr>
              <a:t>60GB           </a:t>
            </a:r>
            <a:r>
              <a:rPr lang="en-US" altLang="zh-CN" sz="1400" dirty="0" err="1">
                <a:solidFill>
                  <a:schemeClr val="tx1"/>
                </a:solidFill>
              </a:rPr>
              <a:t>60GB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algn="just"/>
            <a:endParaRPr lang="en-US" altLang="zh-CN" sz="1400" dirty="0">
              <a:solidFill>
                <a:schemeClr val="tx1"/>
              </a:solidFill>
            </a:endParaRPr>
          </a:p>
          <a:p>
            <a:pPr algn="just"/>
            <a:r>
              <a:rPr lang="en-US" altLang="zh-CN" sz="1400" dirty="0">
                <a:solidFill>
                  <a:schemeClr val="tx1"/>
                </a:solidFill>
              </a:rPr>
              <a:t>E</a:t>
            </a:r>
            <a:r>
              <a:rPr lang="zh-CN" altLang="en-US" sz="1400" dirty="0">
                <a:solidFill>
                  <a:schemeClr val="tx1"/>
                </a:solidFill>
              </a:rPr>
              <a:t>               学习资料                                                   </a:t>
            </a:r>
            <a:r>
              <a:rPr lang="en-US" altLang="zh-CN" sz="1400" dirty="0">
                <a:solidFill>
                  <a:schemeClr val="tx1"/>
                </a:solidFill>
              </a:rPr>
              <a:t>1000GB         0GB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E7AE9D9-BEB2-92C9-D6D1-199C3411DFFF}"/>
              </a:ext>
            </a:extLst>
          </p:cNvPr>
          <p:cNvSpPr/>
          <p:nvPr/>
        </p:nvSpPr>
        <p:spPr>
          <a:xfrm>
            <a:off x="-13884" y="6169774"/>
            <a:ext cx="6208972" cy="646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 u="sng" dirty="0">
                <a:solidFill>
                  <a:schemeClr val="accent1"/>
                </a:solidFill>
              </a:rPr>
              <a:t>刷新</a:t>
            </a:r>
            <a:r>
              <a:rPr lang="en-US" altLang="zh-CN" u="sng" dirty="0">
                <a:solidFill>
                  <a:schemeClr val="accent1"/>
                </a:solidFill>
              </a:rPr>
              <a:t>    </a:t>
            </a:r>
            <a:r>
              <a:rPr lang="zh-CN" altLang="en-US" u="sng" dirty="0">
                <a:solidFill>
                  <a:schemeClr val="accent1"/>
                </a:solidFill>
              </a:rPr>
              <a:t>磁盘管理</a:t>
            </a:r>
            <a:r>
              <a:rPr lang="en-US" altLang="zh-CN" u="sng" dirty="0">
                <a:solidFill>
                  <a:schemeClr val="accent1"/>
                </a:solidFill>
              </a:rPr>
              <a:t>    </a:t>
            </a:r>
            <a:r>
              <a:rPr lang="zh-CN" altLang="en-US" u="sng" dirty="0">
                <a:solidFill>
                  <a:schemeClr val="accent1"/>
                </a:solidFill>
              </a:rPr>
              <a:t>删除</a:t>
            </a:r>
            <a:r>
              <a:rPr lang="en-US" altLang="zh-CN" u="sng" dirty="0">
                <a:solidFill>
                  <a:schemeClr val="accent1"/>
                </a:solidFill>
              </a:rPr>
              <a:t>     </a:t>
            </a:r>
            <a:r>
              <a:rPr lang="zh-CN" altLang="en-US" u="sng" dirty="0">
                <a:solidFill>
                  <a:schemeClr val="accent1"/>
                </a:solidFill>
              </a:rPr>
              <a:t>格式化</a:t>
            </a:r>
            <a:r>
              <a:rPr lang="en-US" altLang="zh-CN" u="sng" dirty="0">
                <a:solidFill>
                  <a:schemeClr val="accent1"/>
                </a:solidFill>
              </a:rPr>
              <a:t>        </a:t>
            </a:r>
            <a:r>
              <a:rPr lang="zh-CN" altLang="en-US" u="sng" dirty="0">
                <a:solidFill>
                  <a:schemeClr val="accent1"/>
                </a:solidFill>
              </a:rPr>
              <a:t>新建</a:t>
            </a:r>
            <a:r>
              <a:rPr lang="en-US" altLang="zh-CN" u="sng" dirty="0">
                <a:solidFill>
                  <a:schemeClr val="accent1"/>
                </a:solidFill>
              </a:rPr>
              <a:t>      </a:t>
            </a:r>
            <a:r>
              <a:rPr lang="zh-CN" altLang="en-US" u="sng" dirty="0">
                <a:solidFill>
                  <a:schemeClr val="accent1"/>
                </a:solidFill>
              </a:rPr>
              <a:t>加载驱动程序</a:t>
            </a:r>
          </a:p>
        </p:txBody>
      </p:sp>
      <p:pic>
        <p:nvPicPr>
          <p:cNvPr id="10" name="图片 9" descr="手机屏幕的截图&#10;&#10;中度可信度描述已自动生成">
            <a:extLst>
              <a:ext uri="{FF2B5EF4-FFF2-40B4-BE49-F238E27FC236}">
                <a16:creationId xmlns:a16="http://schemas.microsoft.com/office/drawing/2014/main" id="{5D57A9B5-C67A-E72C-3879-C2648C95F13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3033" y="2318230"/>
            <a:ext cx="538480" cy="538480"/>
          </a:xfrm>
          <a:prstGeom prst="rect">
            <a:avLst/>
          </a:prstGeom>
        </p:spPr>
      </p:pic>
      <p:pic>
        <p:nvPicPr>
          <p:cNvPr id="11" name="图片 10" descr="手机屏幕的截图&#10;&#10;中度可信度描述已自动生成">
            <a:extLst>
              <a:ext uri="{FF2B5EF4-FFF2-40B4-BE49-F238E27FC236}">
                <a16:creationId xmlns:a16="http://schemas.microsoft.com/office/drawing/2014/main" id="{3B5E37FF-ECC4-CDE7-9E74-6629069C3E8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7375" y="2719002"/>
            <a:ext cx="538480" cy="538480"/>
          </a:xfrm>
          <a:prstGeom prst="rect">
            <a:avLst/>
          </a:prstGeom>
        </p:spPr>
      </p:pic>
      <p:pic>
        <p:nvPicPr>
          <p:cNvPr id="12" name="图片 11" descr="手机屏幕的截图&#10;&#10;中度可信度描述已自动生成">
            <a:extLst>
              <a:ext uri="{FF2B5EF4-FFF2-40B4-BE49-F238E27FC236}">
                <a16:creationId xmlns:a16="http://schemas.microsoft.com/office/drawing/2014/main" id="{56B1F8DD-8108-E6BB-8047-F7FE53392F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3033" y="3159760"/>
            <a:ext cx="538480" cy="53848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AE4AA38D-A992-3E0A-5C8B-052D1A68BF17}"/>
              </a:ext>
            </a:extLst>
          </p:cNvPr>
          <p:cNvSpPr/>
          <p:nvPr/>
        </p:nvSpPr>
        <p:spPr>
          <a:xfrm>
            <a:off x="10344727" y="6132829"/>
            <a:ext cx="1080654" cy="44334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</a:rPr>
              <a:t>安装</a:t>
            </a:r>
          </a:p>
        </p:txBody>
      </p:sp>
    </p:spTree>
    <p:extLst>
      <p:ext uri="{BB962C8B-B14F-4D97-AF65-F5344CB8AC3E}">
        <p14:creationId xmlns:p14="http://schemas.microsoft.com/office/powerpoint/2010/main" val="19397629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accent1">
                <a:lumMod val="45000"/>
                <a:lumOff val="55000"/>
              </a:schemeClr>
            </a:gs>
            <a:gs pos="0">
              <a:schemeClr val="accent1">
                <a:lumMod val="45000"/>
                <a:lumOff val="55000"/>
              </a:schemeClr>
            </a:gs>
            <a:gs pos="67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A2BAE6C5-D14C-9030-85F6-E81207F5A614}"/>
              </a:ext>
            </a:extLst>
          </p:cNvPr>
          <p:cNvSpPr/>
          <p:nvPr/>
        </p:nvSpPr>
        <p:spPr>
          <a:xfrm>
            <a:off x="429164" y="41681"/>
            <a:ext cx="3357745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Windows </a:t>
            </a:r>
            <a:r>
              <a:rPr kumimoji="0" lang="zh-CN" altLang="en-US" sz="2800" b="1" i="0" u="none" strike="noStrike" kern="1200" cap="none" spc="0" normalizeH="0" baseline="0" noProof="0" dirty="0">
                <a:ln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安装程序</a:t>
            </a:r>
          </a:p>
        </p:txBody>
      </p:sp>
      <p:sp>
        <p:nvSpPr>
          <p:cNvPr id="7" name="椭圆 6" title="←">
            <a:extLst>
              <a:ext uri="{FF2B5EF4-FFF2-40B4-BE49-F238E27FC236}">
                <a16:creationId xmlns:a16="http://schemas.microsoft.com/office/drawing/2014/main" id="{143F0644-8BB2-C269-1331-001C02346796}"/>
              </a:ext>
            </a:extLst>
          </p:cNvPr>
          <p:cNvSpPr/>
          <p:nvPr/>
        </p:nvSpPr>
        <p:spPr>
          <a:xfrm>
            <a:off x="22764" y="0"/>
            <a:ext cx="540000" cy="540000"/>
          </a:xfrm>
          <a:prstGeom prst="ellipse">
            <a:avLst/>
          </a:prstGeom>
          <a:solidFill>
            <a:srgbClr val="C5D3E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←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9367B4C-B690-C97A-854B-D4EE419534D5}"/>
              </a:ext>
            </a:extLst>
          </p:cNvPr>
          <p:cNvSpPr txBox="1"/>
          <p:nvPr/>
        </p:nvSpPr>
        <p:spPr>
          <a:xfrm>
            <a:off x="1371599" y="3028890"/>
            <a:ext cx="92548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/>
                </a:solidFill>
                <a:latin typeface="+mj-ea"/>
                <a:ea typeface="+mj-ea"/>
                <a:sym typeface="+mn-ea"/>
              </a:rPr>
              <a:t>复制</a:t>
            </a:r>
            <a:r>
              <a:rPr lang="en-US" altLang="zh-CN" sz="2000" dirty="0">
                <a:solidFill>
                  <a:schemeClr val="tx1"/>
                </a:solidFill>
                <a:latin typeface="+mj-ea"/>
                <a:ea typeface="+mj-ea"/>
                <a:sym typeface="+mn-ea"/>
              </a:rPr>
              <a:t>Windows</a:t>
            </a:r>
            <a:r>
              <a:rPr lang="zh-CN" altLang="en-US" sz="2000" dirty="0">
                <a:solidFill>
                  <a:schemeClr val="tx1"/>
                </a:solidFill>
                <a:latin typeface="+mj-ea"/>
                <a:ea typeface="+mj-ea"/>
                <a:sym typeface="+mn-ea"/>
              </a:rPr>
              <a:t>文件夹    准备要安装的文件      安装功能       安装更新        完成安装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B53D94D-5AA6-B682-12DA-A920B8A38D15}"/>
              </a:ext>
            </a:extLst>
          </p:cNvPr>
          <p:cNvSpPr/>
          <p:nvPr/>
        </p:nvSpPr>
        <p:spPr>
          <a:xfrm>
            <a:off x="1459346" y="3816004"/>
            <a:ext cx="9167090" cy="223520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02810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8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accent1">
                <a:lumMod val="45000"/>
                <a:lumOff val="55000"/>
              </a:schemeClr>
            </a:gs>
            <a:gs pos="0">
              <a:schemeClr val="accent1">
                <a:lumMod val="45000"/>
                <a:lumOff val="55000"/>
              </a:schemeClr>
            </a:gs>
            <a:gs pos="67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A2BAE6C5-D14C-9030-85F6-E81207F5A614}"/>
              </a:ext>
            </a:extLst>
          </p:cNvPr>
          <p:cNvSpPr/>
          <p:nvPr/>
        </p:nvSpPr>
        <p:spPr>
          <a:xfrm>
            <a:off x="429164" y="41681"/>
            <a:ext cx="3357745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Windows </a:t>
            </a:r>
            <a:r>
              <a:rPr kumimoji="0" lang="zh-CN" altLang="en-US" sz="2800" b="1" i="0" u="none" strike="noStrike" kern="1200" cap="none" spc="0" normalizeH="0" baseline="0" noProof="0" dirty="0">
                <a:ln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安装程序</a:t>
            </a:r>
          </a:p>
        </p:txBody>
      </p:sp>
      <p:sp>
        <p:nvSpPr>
          <p:cNvPr id="7" name="椭圆 6" title="←">
            <a:extLst>
              <a:ext uri="{FF2B5EF4-FFF2-40B4-BE49-F238E27FC236}">
                <a16:creationId xmlns:a16="http://schemas.microsoft.com/office/drawing/2014/main" id="{143F0644-8BB2-C269-1331-001C02346796}"/>
              </a:ext>
            </a:extLst>
          </p:cNvPr>
          <p:cNvSpPr/>
          <p:nvPr/>
        </p:nvSpPr>
        <p:spPr>
          <a:xfrm>
            <a:off x="22764" y="0"/>
            <a:ext cx="540000" cy="540000"/>
          </a:xfrm>
          <a:prstGeom prst="ellipse">
            <a:avLst/>
          </a:prstGeom>
          <a:solidFill>
            <a:srgbClr val="C5D3E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←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F8C347C-F3A8-B277-3D52-C23F7CDEF9B7}"/>
              </a:ext>
            </a:extLst>
          </p:cNvPr>
          <p:cNvSpPr txBox="1"/>
          <p:nvPr/>
        </p:nvSpPr>
        <p:spPr>
          <a:xfrm>
            <a:off x="4622800" y="1357745"/>
            <a:ext cx="294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Windows</a:t>
            </a:r>
            <a:r>
              <a:rPr lang="zh-CN" altLang="en-US" dirty="0"/>
              <a:t>需要重启才能继续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DC6AB33-B6B3-32AD-2C44-ED836AD3C06F}"/>
              </a:ext>
            </a:extLst>
          </p:cNvPr>
          <p:cNvSpPr/>
          <p:nvPr/>
        </p:nvSpPr>
        <p:spPr>
          <a:xfrm>
            <a:off x="1713346" y="3429000"/>
            <a:ext cx="8765308" cy="192578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F8BA5FF-6CC2-206F-5EB9-B4A84C7FAAE5}"/>
              </a:ext>
            </a:extLst>
          </p:cNvPr>
          <p:cNvSpPr txBox="1"/>
          <p:nvPr/>
        </p:nvSpPr>
        <p:spPr>
          <a:xfrm>
            <a:off x="5233554" y="2208706"/>
            <a:ext cx="1724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将在</a:t>
            </a:r>
            <a:r>
              <a:rPr lang="en-US" altLang="zh-CN" dirty="0"/>
              <a:t>5</a:t>
            </a:r>
            <a:r>
              <a:rPr lang="zh-CN" altLang="en-US" dirty="0"/>
              <a:t>秒后重启</a:t>
            </a:r>
          </a:p>
        </p:txBody>
      </p:sp>
    </p:spTree>
    <p:extLst>
      <p:ext uri="{BB962C8B-B14F-4D97-AF65-F5344CB8AC3E}">
        <p14:creationId xmlns:p14="http://schemas.microsoft.com/office/powerpoint/2010/main" val="8394360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43830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游戏机, 食物, 花&#10;&#10;描述已自动生成">
            <a:extLst>
              <a:ext uri="{FF2B5EF4-FFF2-40B4-BE49-F238E27FC236}">
                <a16:creationId xmlns:a16="http://schemas.microsoft.com/office/drawing/2014/main" id="{67A973F6-0AB7-8F3D-5885-8AF38B9B33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2474" y="5213696"/>
            <a:ext cx="527050" cy="52705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28CC25C-5B10-5B7C-F60D-17DCF0C760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3715" y="1184323"/>
            <a:ext cx="1564570" cy="1564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320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游戏机, 食物, 花&#10;&#10;描述已自动生成">
            <a:extLst>
              <a:ext uri="{FF2B5EF4-FFF2-40B4-BE49-F238E27FC236}">
                <a16:creationId xmlns:a16="http://schemas.microsoft.com/office/drawing/2014/main" id="{67A973F6-0AB7-8F3D-5885-8AF38B9B33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2474" y="5213696"/>
            <a:ext cx="527050" cy="52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1588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游戏机, 食物, 花&#10;&#10;描述已自动生成">
            <a:extLst>
              <a:ext uri="{FF2B5EF4-FFF2-40B4-BE49-F238E27FC236}">
                <a16:creationId xmlns:a16="http://schemas.microsoft.com/office/drawing/2014/main" id="{67A973F6-0AB7-8F3D-5885-8AF38B9B33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2474" y="5213696"/>
            <a:ext cx="527050" cy="52705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28CC25C-5B10-5B7C-F60D-17DCF0C760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3715" y="1184323"/>
            <a:ext cx="1564570" cy="1564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9374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游戏机, 食物, 花&#10;&#10;描述已自动生成">
            <a:extLst>
              <a:ext uri="{FF2B5EF4-FFF2-40B4-BE49-F238E27FC236}">
                <a16:creationId xmlns:a16="http://schemas.microsoft.com/office/drawing/2014/main" id="{67A973F6-0AB7-8F3D-5885-8AF38B9B33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2474" y="5213696"/>
            <a:ext cx="527050" cy="52705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28CC25C-5B10-5B7C-F60D-17DCF0C760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3715" y="1184323"/>
            <a:ext cx="1564570" cy="156457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DC1B8B47-B62F-06F0-DD1C-D91AE8EFC46D}"/>
              </a:ext>
            </a:extLst>
          </p:cNvPr>
          <p:cNvSpPr txBox="1"/>
          <p:nvPr/>
        </p:nvSpPr>
        <p:spPr>
          <a:xfrm>
            <a:off x="5486399" y="6299200"/>
            <a:ext cx="1219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</a:rPr>
              <a:t>启动服务</a:t>
            </a:r>
          </a:p>
        </p:txBody>
      </p:sp>
    </p:spTree>
    <p:extLst>
      <p:ext uri="{BB962C8B-B14F-4D97-AF65-F5344CB8AC3E}">
        <p14:creationId xmlns:p14="http://schemas.microsoft.com/office/powerpoint/2010/main" val="35672247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游戏机, 食物, 花&#10;&#10;描述已自动生成">
            <a:extLst>
              <a:ext uri="{FF2B5EF4-FFF2-40B4-BE49-F238E27FC236}">
                <a16:creationId xmlns:a16="http://schemas.microsoft.com/office/drawing/2014/main" id="{67A973F6-0AB7-8F3D-5885-8AF38B9B33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2474" y="5213696"/>
            <a:ext cx="527050" cy="52705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28CC25C-5B10-5B7C-F60D-17DCF0C760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3715" y="1184323"/>
            <a:ext cx="1564570" cy="156457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DC1B8B47-B62F-06F0-DD1C-D91AE8EFC46D}"/>
              </a:ext>
            </a:extLst>
          </p:cNvPr>
          <p:cNvSpPr txBox="1"/>
          <p:nvPr/>
        </p:nvSpPr>
        <p:spPr>
          <a:xfrm>
            <a:off x="5200071" y="6345382"/>
            <a:ext cx="17918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</a:rPr>
              <a:t>正在准备设备</a:t>
            </a:r>
          </a:p>
        </p:txBody>
      </p:sp>
    </p:spTree>
    <p:extLst>
      <p:ext uri="{BB962C8B-B14F-4D97-AF65-F5344CB8AC3E}">
        <p14:creationId xmlns:p14="http://schemas.microsoft.com/office/powerpoint/2010/main" val="31748779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游戏机, 食物, 花&#10;&#10;描述已自动生成">
            <a:extLst>
              <a:ext uri="{FF2B5EF4-FFF2-40B4-BE49-F238E27FC236}">
                <a16:creationId xmlns:a16="http://schemas.microsoft.com/office/drawing/2014/main" id="{67A973F6-0AB7-8F3D-5885-8AF38B9B33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2474" y="5213696"/>
            <a:ext cx="527050" cy="52705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28CC25C-5B10-5B7C-F60D-17DCF0C760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3715" y="1184323"/>
            <a:ext cx="1564570" cy="156457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DC1B8B47-B62F-06F0-DD1C-D91AE8EFC46D}"/>
              </a:ext>
            </a:extLst>
          </p:cNvPr>
          <p:cNvSpPr txBox="1"/>
          <p:nvPr/>
        </p:nvSpPr>
        <p:spPr>
          <a:xfrm>
            <a:off x="4812143" y="6299200"/>
            <a:ext cx="25677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</a:rPr>
              <a:t>正在准备设备（</a:t>
            </a:r>
            <a:r>
              <a:rPr lang="en-US" altLang="zh-CN" sz="2000" dirty="0">
                <a:solidFill>
                  <a:schemeClr val="bg1"/>
                </a:solidFill>
              </a:rPr>
              <a:t>100%</a:t>
            </a:r>
            <a:r>
              <a:rPr lang="zh-CN" altLang="en-US" sz="2000" dirty="0">
                <a:solidFill>
                  <a:schemeClr val="bg1"/>
                </a:solidFill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41711282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游戏机, 食物, 花&#10;&#10;描述已自动生成">
            <a:extLst>
              <a:ext uri="{FF2B5EF4-FFF2-40B4-BE49-F238E27FC236}">
                <a16:creationId xmlns:a16="http://schemas.microsoft.com/office/drawing/2014/main" id="{67A973F6-0AB7-8F3D-5885-8AF38B9B33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2474" y="5213696"/>
            <a:ext cx="527050" cy="52705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28CC25C-5B10-5B7C-F60D-17DCF0C760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3715" y="1184323"/>
            <a:ext cx="1564570" cy="156457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DC1B8B47-B62F-06F0-DD1C-D91AE8EFC46D}"/>
              </a:ext>
            </a:extLst>
          </p:cNvPr>
          <p:cNvSpPr txBox="1"/>
          <p:nvPr/>
        </p:nvSpPr>
        <p:spPr>
          <a:xfrm>
            <a:off x="5495634" y="6363855"/>
            <a:ext cx="12007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</a:rPr>
              <a:t>准备就绪</a:t>
            </a:r>
          </a:p>
        </p:txBody>
      </p:sp>
    </p:spTree>
    <p:extLst>
      <p:ext uri="{BB962C8B-B14F-4D97-AF65-F5344CB8AC3E}">
        <p14:creationId xmlns:p14="http://schemas.microsoft.com/office/powerpoint/2010/main" val="17701571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accent1">
                <a:lumMod val="45000"/>
                <a:lumOff val="55000"/>
              </a:schemeClr>
            </a:gs>
            <a:gs pos="0">
              <a:schemeClr val="accent1">
                <a:lumMod val="45000"/>
                <a:lumOff val="55000"/>
              </a:schemeClr>
            </a:gs>
            <a:gs pos="67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18668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accent1">
                <a:lumMod val="45000"/>
                <a:lumOff val="55000"/>
              </a:schemeClr>
            </a:gs>
            <a:gs pos="0">
              <a:schemeClr val="accent1">
                <a:lumMod val="45000"/>
                <a:lumOff val="55000"/>
              </a:schemeClr>
            </a:gs>
            <a:gs pos="67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8C3C2026-8B04-EB1B-72BD-35913BEA16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3715" y="2646715"/>
            <a:ext cx="1564570" cy="1564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9859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accent1">
                <a:lumMod val="45000"/>
                <a:lumOff val="55000"/>
              </a:schemeClr>
            </a:gs>
            <a:gs pos="0">
              <a:schemeClr val="accent1">
                <a:lumMod val="45000"/>
                <a:lumOff val="55000"/>
              </a:schemeClr>
            </a:gs>
            <a:gs pos="67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>
            <a:extLst>
              <a:ext uri="{FF2B5EF4-FFF2-40B4-BE49-F238E27FC236}">
                <a16:creationId xmlns:a16="http://schemas.microsoft.com/office/drawing/2014/main" id="{616EAC30-D46E-571E-C5FA-182224EA0DC2}"/>
              </a:ext>
            </a:extLst>
          </p:cNvPr>
          <p:cNvSpPr/>
          <p:nvPr/>
        </p:nvSpPr>
        <p:spPr>
          <a:xfrm>
            <a:off x="886690" y="861291"/>
            <a:ext cx="10677236" cy="535478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D9EF5F8-C1B9-DFE9-7B54-0308D06FB909}"/>
              </a:ext>
            </a:extLst>
          </p:cNvPr>
          <p:cNvSpPr/>
          <p:nvPr/>
        </p:nvSpPr>
        <p:spPr>
          <a:xfrm>
            <a:off x="7841673" y="1445490"/>
            <a:ext cx="3103418" cy="433647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7" name="图片 6" descr="图片包含 游戏机, 食物, 花&#10;&#10;描述已自动生成">
            <a:extLst>
              <a:ext uri="{FF2B5EF4-FFF2-40B4-BE49-F238E27FC236}">
                <a16:creationId xmlns:a16="http://schemas.microsoft.com/office/drawing/2014/main" id="{5D9F307A-99C3-B973-A3D4-A291C0D0C0A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9129857" y="3350201"/>
            <a:ext cx="527050" cy="52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8655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accent1">
                <a:lumMod val="45000"/>
                <a:lumOff val="55000"/>
              </a:schemeClr>
            </a:gs>
            <a:gs pos="0">
              <a:schemeClr val="accent1">
                <a:lumMod val="45000"/>
                <a:lumOff val="55000"/>
              </a:schemeClr>
            </a:gs>
            <a:gs pos="67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>
            <a:extLst>
              <a:ext uri="{FF2B5EF4-FFF2-40B4-BE49-F238E27FC236}">
                <a16:creationId xmlns:a16="http://schemas.microsoft.com/office/drawing/2014/main" id="{616EAC30-D46E-571E-C5FA-182224EA0DC2}"/>
              </a:ext>
            </a:extLst>
          </p:cNvPr>
          <p:cNvSpPr/>
          <p:nvPr/>
        </p:nvSpPr>
        <p:spPr>
          <a:xfrm>
            <a:off x="886690" y="861291"/>
            <a:ext cx="10677236" cy="535478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D9EF5F8-C1B9-DFE9-7B54-0308D06FB909}"/>
              </a:ext>
            </a:extLst>
          </p:cNvPr>
          <p:cNvSpPr/>
          <p:nvPr/>
        </p:nvSpPr>
        <p:spPr>
          <a:xfrm>
            <a:off x="7841673" y="1445490"/>
            <a:ext cx="3103418" cy="433647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4" name="图片 3" descr="图片包含 游戏机, 食物, 花&#10;&#10;描述已自动生成">
            <a:extLst>
              <a:ext uri="{FF2B5EF4-FFF2-40B4-BE49-F238E27FC236}">
                <a16:creationId xmlns:a16="http://schemas.microsoft.com/office/drawing/2014/main" id="{E5CDBD21-2343-EDE7-8B10-5315FFE50D7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9129857" y="3350201"/>
            <a:ext cx="527050" cy="52705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919FA24A-5E38-C782-647C-6B794A01E410}"/>
              </a:ext>
            </a:extLst>
          </p:cNvPr>
          <p:cNvSpPr txBox="1"/>
          <p:nvPr/>
        </p:nvSpPr>
        <p:spPr>
          <a:xfrm>
            <a:off x="8793018" y="1843848"/>
            <a:ext cx="1200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检查更新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8E75713-444A-A93D-983B-908255DA48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9943" y="2213180"/>
            <a:ext cx="2241730" cy="2241730"/>
          </a:xfrm>
          <a:prstGeom prst="rect">
            <a:avLst/>
          </a:prstGeom>
          <a:scene3d>
            <a:camera prst="orthographicFront">
              <a:rot lat="21299996" lon="0" rev="6900000"/>
            </a:camera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16772355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accent1">
                <a:lumMod val="45000"/>
                <a:lumOff val="55000"/>
              </a:schemeClr>
            </a:gs>
            <a:gs pos="0">
              <a:schemeClr val="accent1">
                <a:lumMod val="45000"/>
                <a:lumOff val="55000"/>
              </a:schemeClr>
            </a:gs>
            <a:gs pos="67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>
            <a:extLst>
              <a:ext uri="{FF2B5EF4-FFF2-40B4-BE49-F238E27FC236}">
                <a16:creationId xmlns:a16="http://schemas.microsoft.com/office/drawing/2014/main" id="{616EAC30-D46E-571E-C5FA-182224EA0DC2}"/>
              </a:ext>
            </a:extLst>
          </p:cNvPr>
          <p:cNvSpPr/>
          <p:nvPr/>
        </p:nvSpPr>
        <p:spPr>
          <a:xfrm>
            <a:off x="849745" y="936335"/>
            <a:ext cx="10677236" cy="535478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D9EF5F8-C1B9-DFE9-7B54-0308D06FB909}"/>
              </a:ext>
            </a:extLst>
          </p:cNvPr>
          <p:cNvSpPr/>
          <p:nvPr/>
        </p:nvSpPr>
        <p:spPr>
          <a:xfrm>
            <a:off x="7841673" y="1445490"/>
            <a:ext cx="3103418" cy="433647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65B475D-7CB0-8A0E-39E9-FC0FF4A5F5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4911" y="2510449"/>
            <a:ext cx="1722284" cy="220655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8D4C8F4-4FB2-6ADF-85AA-90F0617A3D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6412" y="2510449"/>
            <a:ext cx="2341434" cy="156095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645933CD-DC8D-3177-9ED0-80B2C7C6A241}"/>
              </a:ext>
            </a:extLst>
          </p:cNvPr>
          <p:cNvSpPr txBox="1"/>
          <p:nvPr/>
        </p:nvSpPr>
        <p:spPr>
          <a:xfrm>
            <a:off x="7910946" y="1533237"/>
            <a:ext cx="2964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ea"/>
                <a:ea typeface="+mj-ea"/>
              </a:rPr>
              <a:t>这是正确的国家（地区）吗？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55D6D3D-3382-ED51-F8F4-BA634E9DB254}"/>
              </a:ext>
            </a:extLst>
          </p:cNvPr>
          <p:cNvSpPr/>
          <p:nvPr/>
        </p:nvSpPr>
        <p:spPr>
          <a:xfrm>
            <a:off x="8654473" y="3997514"/>
            <a:ext cx="822036" cy="37368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69A24AD-DF79-764C-5D9B-4B7D8F27D3FB}"/>
              </a:ext>
            </a:extLst>
          </p:cNvPr>
          <p:cNvSpPr txBox="1"/>
          <p:nvPr/>
        </p:nvSpPr>
        <p:spPr>
          <a:xfrm>
            <a:off x="8562109" y="2136765"/>
            <a:ext cx="178261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等线 Light" panose="02010600030101010101" pitchFamily="2" charset="-122"/>
                <a:ea typeface="等线 Light" panose="02010600030101010101" pitchFamily="2" charset="-122"/>
              </a:rPr>
              <a:t>泽西岛管区</a:t>
            </a:r>
            <a:endParaRPr lang="en-US" altLang="zh-CN" sz="24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等线 Light" panose="02010600030101010101" pitchFamily="2" charset="-122"/>
              <a:ea typeface="等线 Light" panose="02010600030101010101" pitchFamily="2" charset="-122"/>
            </a:endParaRPr>
          </a:p>
          <a:p>
            <a:r>
              <a:rPr lang="zh-CN" altLang="en-US" sz="2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等线 Light" panose="02010600030101010101" pitchFamily="2" charset="-122"/>
                <a:ea typeface="等线 Light" panose="02010600030101010101" pitchFamily="2" charset="-122"/>
              </a:rPr>
              <a:t>乍得</a:t>
            </a:r>
            <a:endParaRPr lang="en-US" altLang="zh-CN" sz="24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等线 Light" panose="02010600030101010101" pitchFamily="2" charset="-122"/>
              <a:ea typeface="等线 Light" panose="02010600030101010101" pitchFamily="2" charset="-122"/>
            </a:endParaRPr>
          </a:p>
          <a:p>
            <a:r>
              <a:rPr lang="zh-CN" altLang="en-US" sz="2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等线 Light" panose="02010600030101010101" pitchFamily="2" charset="-122"/>
                <a:ea typeface="等线 Light" panose="02010600030101010101" pitchFamily="2" charset="-122"/>
              </a:rPr>
              <a:t>直布罗陀</a:t>
            </a:r>
          </a:p>
          <a:p>
            <a:r>
              <a:rPr lang="zh-CN" altLang="en-US" sz="2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等线 Light" panose="02010600030101010101" pitchFamily="2" charset="-122"/>
                <a:ea typeface="等线 Light" panose="02010600030101010101" pitchFamily="2" charset="-122"/>
              </a:rPr>
              <a:t>智利</a:t>
            </a:r>
          </a:p>
          <a:p>
            <a:r>
              <a:rPr lang="zh-CN" altLang="en-US" sz="2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等线 Light" panose="02010600030101010101" pitchFamily="2" charset="-122"/>
                <a:ea typeface="等线 Light" panose="02010600030101010101" pitchFamily="2" charset="-122"/>
              </a:rPr>
              <a:t>中非共和国</a:t>
            </a:r>
            <a:endParaRPr lang="en-US" altLang="zh-CN" sz="24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等线 Light" panose="02010600030101010101" pitchFamily="2" charset="-122"/>
              <a:ea typeface="等线 Light" panose="02010600030101010101" pitchFamily="2" charset="-122"/>
            </a:endParaRPr>
          </a:p>
          <a:p>
            <a:r>
              <a:rPr lang="zh-CN" altLang="en-US" sz="2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等线 Light" panose="02010600030101010101" pitchFamily="2" charset="-122"/>
                <a:ea typeface="等线 Light" panose="02010600030101010101" pitchFamily="2" charset="-122"/>
              </a:rPr>
              <a:t>中国</a:t>
            </a:r>
            <a:endParaRPr lang="zh-CN" altLang="en-US" dirty="0">
              <a:latin typeface="等线 Light" panose="02010600030101010101" pitchFamily="2" charset="-122"/>
              <a:ea typeface="等线 Light" panose="02010600030101010101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E12527E-0698-30BA-E0AD-D859B96BCE0D}"/>
              </a:ext>
            </a:extLst>
          </p:cNvPr>
          <p:cNvSpPr/>
          <p:nvPr/>
        </p:nvSpPr>
        <p:spPr>
          <a:xfrm>
            <a:off x="8894618" y="5061528"/>
            <a:ext cx="997527" cy="35098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</a:rPr>
              <a:t>下一步</a:t>
            </a:r>
          </a:p>
        </p:txBody>
      </p:sp>
    </p:spTree>
    <p:extLst>
      <p:ext uri="{BB962C8B-B14F-4D97-AF65-F5344CB8AC3E}">
        <p14:creationId xmlns:p14="http://schemas.microsoft.com/office/powerpoint/2010/main" val="21778700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accent1">
                <a:lumMod val="45000"/>
                <a:lumOff val="55000"/>
              </a:schemeClr>
            </a:gs>
            <a:gs pos="0">
              <a:schemeClr val="accent1">
                <a:lumMod val="45000"/>
                <a:lumOff val="55000"/>
              </a:schemeClr>
            </a:gs>
            <a:gs pos="67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>
            <a:extLst>
              <a:ext uri="{FF2B5EF4-FFF2-40B4-BE49-F238E27FC236}">
                <a16:creationId xmlns:a16="http://schemas.microsoft.com/office/drawing/2014/main" id="{616EAC30-D46E-571E-C5FA-182224EA0DC2}"/>
              </a:ext>
            </a:extLst>
          </p:cNvPr>
          <p:cNvSpPr/>
          <p:nvPr/>
        </p:nvSpPr>
        <p:spPr>
          <a:xfrm>
            <a:off x="886690" y="861291"/>
            <a:ext cx="10677236" cy="535478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D9EF5F8-C1B9-DFE9-7B54-0308D06FB909}"/>
              </a:ext>
            </a:extLst>
          </p:cNvPr>
          <p:cNvSpPr/>
          <p:nvPr/>
        </p:nvSpPr>
        <p:spPr>
          <a:xfrm>
            <a:off x="7841673" y="1445490"/>
            <a:ext cx="3103418" cy="433647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4" name="图片 3" descr="图片包含 游戏机, 食物, 花&#10;&#10;描述已自动生成">
            <a:extLst>
              <a:ext uri="{FF2B5EF4-FFF2-40B4-BE49-F238E27FC236}">
                <a16:creationId xmlns:a16="http://schemas.microsoft.com/office/drawing/2014/main" id="{E5CDBD21-2343-EDE7-8B10-5315FFE50D7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9129857" y="3350201"/>
            <a:ext cx="527050" cy="52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3410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accent1">
                <a:lumMod val="45000"/>
                <a:lumOff val="55000"/>
              </a:schemeClr>
            </a:gs>
            <a:gs pos="0">
              <a:schemeClr val="accent1">
                <a:lumMod val="45000"/>
                <a:lumOff val="55000"/>
              </a:schemeClr>
            </a:gs>
            <a:gs pos="67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>
            <a:extLst>
              <a:ext uri="{FF2B5EF4-FFF2-40B4-BE49-F238E27FC236}">
                <a16:creationId xmlns:a16="http://schemas.microsoft.com/office/drawing/2014/main" id="{616EAC30-D46E-571E-C5FA-182224EA0DC2}"/>
              </a:ext>
            </a:extLst>
          </p:cNvPr>
          <p:cNvSpPr/>
          <p:nvPr/>
        </p:nvSpPr>
        <p:spPr>
          <a:xfrm>
            <a:off x="886690" y="861291"/>
            <a:ext cx="10677236" cy="535478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D9EF5F8-C1B9-DFE9-7B54-0308D06FB909}"/>
              </a:ext>
            </a:extLst>
          </p:cNvPr>
          <p:cNvSpPr/>
          <p:nvPr/>
        </p:nvSpPr>
        <p:spPr>
          <a:xfrm>
            <a:off x="7841673" y="1445490"/>
            <a:ext cx="3103418" cy="433647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A38AFAE-EB0C-46CD-E76C-70D53C349A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0883" y="2104281"/>
            <a:ext cx="3018890" cy="301889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40D736CF-E0C0-CF37-6431-40A9462409DB}"/>
              </a:ext>
            </a:extLst>
          </p:cNvPr>
          <p:cNvSpPr txBox="1"/>
          <p:nvPr/>
        </p:nvSpPr>
        <p:spPr>
          <a:xfrm>
            <a:off x="8109527" y="1644073"/>
            <a:ext cx="2567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你想选择哪一种输入法？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A1DBCD6-F4B5-1B0C-83F8-36074F5CC0E8}"/>
              </a:ext>
            </a:extLst>
          </p:cNvPr>
          <p:cNvSpPr/>
          <p:nvPr/>
        </p:nvSpPr>
        <p:spPr>
          <a:xfrm>
            <a:off x="8686799" y="2669507"/>
            <a:ext cx="1413164" cy="53559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785949F-3FF6-3603-EB46-419D7D3B715A}"/>
              </a:ext>
            </a:extLst>
          </p:cNvPr>
          <p:cNvSpPr txBox="1"/>
          <p:nvPr/>
        </p:nvSpPr>
        <p:spPr>
          <a:xfrm>
            <a:off x="8686799" y="2669507"/>
            <a:ext cx="14131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微软拼音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微软五笔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FE68518-4770-985F-BE6A-178A620DAD4A}"/>
              </a:ext>
            </a:extLst>
          </p:cNvPr>
          <p:cNvSpPr/>
          <p:nvPr/>
        </p:nvSpPr>
        <p:spPr>
          <a:xfrm>
            <a:off x="8894618" y="5061528"/>
            <a:ext cx="997527" cy="35098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</a:rPr>
              <a:t>下一步</a:t>
            </a:r>
          </a:p>
        </p:txBody>
      </p:sp>
    </p:spTree>
    <p:extLst>
      <p:ext uri="{BB962C8B-B14F-4D97-AF65-F5344CB8AC3E}">
        <p14:creationId xmlns:p14="http://schemas.microsoft.com/office/powerpoint/2010/main" val="24142153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accent1">
                <a:lumMod val="45000"/>
                <a:lumOff val="55000"/>
              </a:schemeClr>
            </a:gs>
            <a:gs pos="0">
              <a:schemeClr val="accent1">
                <a:lumMod val="45000"/>
                <a:lumOff val="55000"/>
              </a:schemeClr>
            </a:gs>
            <a:gs pos="67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>
            <a:extLst>
              <a:ext uri="{FF2B5EF4-FFF2-40B4-BE49-F238E27FC236}">
                <a16:creationId xmlns:a16="http://schemas.microsoft.com/office/drawing/2014/main" id="{616EAC30-D46E-571E-C5FA-182224EA0DC2}"/>
              </a:ext>
            </a:extLst>
          </p:cNvPr>
          <p:cNvSpPr/>
          <p:nvPr/>
        </p:nvSpPr>
        <p:spPr>
          <a:xfrm>
            <a:off x="886690" y="861291"/>
            <a:ext cx="10677236" cy="535478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D9EF5F8-C1B9-DFE9-7B54-0308D06FB909}"/>
              </a:ext>
            </a:extLst>
          </p:cNvPr>
          <p:cNvSpPr/>
          <p:nvPr/>
        </p:nvSpPr>
        <p:spPr>
          <a:xfrm>
            <a:off x="7841673" y="1445490"/>
            <a:ext cx="3103418" cy="433647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4" name="图片 3" descr="图片包含 游戏机, 食物, 花&#10;&#10;描述已自动生成">
            <a:extLst>
              <a:ext uri="{FF2B5EF4-FFF2-40B4-BE49-F238E27FC236}">
                <a16:creationId xmlns:a16="http://schemas.microsoft.com/office/drawing/2014/main" id="{E5CDBD21-2343-EDE7-8B10-5315FFE50D7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9129857" y="3350201"/>
            <a:ext cx="527050" cy="52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6478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accent1">
                <a:lumMod val="45000"/>
                <a:lumOff val="55000"/>
              </a:schemeClr>
            </a:gs>
            <a:gs pos="0">
              <a:schemeClr val="accent1">
                <a:lumMod val="45000"/>
                <a:lumOff val="55000"/>
              </a:schemeClr>
            </a:gs>
            <a:gs pos="67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>
            <a:extLst>
              <a:ext uri="{FF2B5EF4-FFF2-40B4-BE49-F238E27FC236}">
                <a16:creationId xmlns:a16="http://schemas.microsoft.com/office/drawing/2014/main" id="{616EAC30-D46E-571E-C5FA-182224EA0DC2}"/>
              </a:ext>
            </a:extLst>
          </p:cNvPr>
          <p:cNvSpPr/>
          <p:nvPr/>
        </p:nvSpPr>
        <p:spPr>
          <a:xfrm>
            <a:off x="886690" y="861291"/>
            <a:ext cx="10677236" cy="535478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D9EF5F8-C1B9-DFE9-7B54-0308D06FB909}"/>
              </a:ext>
            </a:extLst>
          </p:cNvPr>
          <p:cNvSpPr/>
          <p:nvPr/>
        </p:nvSpPr>
        <p:spPr>
          <a:xfrm>
            <a:off x="7841673" y="1445490"/>
            <a:ext cx="3103418" cy="433647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7" name="图片 6" descr="形状&#10;&#10;描述已自动生成">
            <a:extLst>
              <a:ext uri="{FF2B5EF4-FFF2-40B4-BE49-F238E27FC236}">
                <a16:creationId xmlns:a16="http://schemas.microsoft.com/office/drawing/2014/main" id="{728E7E26-E8AF-CF35-6A84-32142A0C961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4347" y="2370455"/>
            <a:ext cx="2439670" cy="211709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BF3B9A5D-BCF8-D82D-BCDE-D8F74DE263F5}"/>
              </a:ext>
            </a:extLst>
          </p:cNvPr>
          <p:cNvSpPr txBox="1"/>
          <p:nvPr/>
        </p:nvSpPr>
        <p:spPr>
          <a:xfrm>
            <a:off x="8104909" y="1644072"/>
            <a:ext cx="25769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你想要如何设置此设备？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FCD749-5938-0DA9-98EA-216D59A5DDBC}"/>
              </a:ext>
            </a:extLst>
          </p:cNvPr>
          <p:cNvSpPr/>
          <p:nvPr/>
        </p:nvSpPr>
        <p:spPr>
          <a:xfrm>
            <a:off x="8007927" y="2370455"/>
            <a:ext cx="2576945" cy="73296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A8D40DB-8035-8810-2877-F0F1A7A61ADF}"/>
              </a:ext>
            </a:extLst>
          </p:cNvPr>
          <p:cNvSpPr/>
          <p:nvPr/>
        </p:nvSpPr>
        <p:spPr>
          <a:xfrm>
            <a:off x="7841673" y="2370455"/>
            <a:ext cx="2924175" cy="181483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1400" b="1" dirty="0"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等线 Light" panose="02010600030101010101" pitchFamily="2" charset="-122"/>
                <a:ea typeface="等线 Light" panose="02010600030101010101" pitchFamily="2" charset="-122"/>
              </a:rPr>
              <a:t>针对个人使用进行设置</a:t>
            </a:r>
          </a:p>
          <a:p>
            <a:pPr algn="ctr"/>
            <a:r>
              <a:rPr lang="zh-CN" altLang="en-US" sz="1400" b="1" dirty="0"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等线 Light" panose="02010600030101010101" pitchFamily="2" charset="-122"/>
                <a:ea typeface="等线 Light" panose="02010600030101010101" pitchFamily="2" charset="-122"/>
              </a:rPr>
              <a:t>使用个人Micosof 帐户进行设置，</a:t>
            </a:r>
          </a:p>
          <a:p>
            <a:pPr algn="ctr"/>
            <a:r>
              <a:rPr lang="zh-CN" altLang="en-US" sz="1400" b="1" dirty="0"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等线 Light" panose="02010600030101010101" pitchFamily="2" charset="-122"/>
                <a:ea typeface="等线 Light" panose="02010600030101010101" pitchFamily="2" charset="-122"/>
              </a:rPr>
              <a:t>并完全控制此设备.</a:t>
            </a:r>
          </a:p>
          <a:p>
            <a:pPr algn="ctr"/>
            <a:endParaRPr lang="zh-CN" altLang="en-US" sz="1400" b="1" dirty="0"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等线 Light" panose="02010600030101010101" pitchFamily="2" charset="-122"/>
              <a:ea typeface="等线 Light" panose="02010600030101010101" pitchFamily="2" charset="-122"/>
            </a:endParaRPr>
          </a:p>
          <a:p>
            <a:pPr algn="ctr"/>
            <a:r>
              <a:rPr lang="zh-CN" altLang="en-US" sz="1400" b="1" dirty="0"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等线 Light" panose="02010600030101010101" pitchFamily="2" charset="-122"/>
                <a:ea typeface="等线 Light" panose="02010600030101010101" pitchFamily="2" charset="-122"/>
              </a:rPr>
              <a:t>注册工作或学校帐户</a:t>
            </a:r>
          </a:p>
          <a:p>
            <a:pPr algn="ctr"/>
            <a:r>
              <a:rPr lang="zh-CN" altLang="en-US" sz="1400" b="1" dirty="0"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等线 Light" panose="02010600030101010101" pitchFamily="2" charset="-122"/>
                <a:ea typeface="等线 Light" panose="02010600030101010101" pitchFamily="2" charset="-122"/>
              </a:rPr>
              <a:t>获取对细织容原如电子邮件，网络</a:t>
            </a:r>
          </a:p>
          <a:p>
            <a:pPr algn="ctr"/>
            <a:r>
              <a:rPr lang="zh-CN" altLang="en-US" sz="1400" b="1" dirty="0"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等线 Light" panose="02010600030101010101" pitchFamily="2" charset="-122"/>
                <a:ea typeface="等线 Light" panose="02010600030101010101" pitchFamily="2" charset="-122"/>
              </a:rPr>
              <a:t>，应用和服务)的访可权限。组织将</a:t>
            </a:r>
          </a:p>
          <a:p>
            <a:pPr algn="ctr"/>
            <a:r>
              <a:rPr lang="zh-CN" altLang="en-US" sz="1400" b="1" dirty="0"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等线 Light" panose="02010600030101010101" pitchFamily="2" charset="-122"/>
                <a:ea typeface="等线 Light" panose="02010600030101010101" pitchFamily="2" charset="-122"/>
              </a:rPr>
              <a:t>完全控制此设备。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F397B93-0C6D-D72A-F2CB-6CEB9B2BD730}"/>
              </a:ext>
            </a:extLst>
          </p:cNvPr>
          <p:cNvSpPr/>
          <p:nvPr/>
        </p:nvSpPr>
        <p:spPr>
          <a:xfrm>
            <a:off x="8894618" y="5061528"/>
            <a:ext cx="997527" cy="35098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</a:rPr>
              <a:t>下一步</a:t>
            </a:r>
          </a:p>
        </p:txBody>
      </p:sp>
    </p:spTree>
    <p:extLst>
      <p:ext uri="{BB962C8B-B14F-4D97-AF65-F5344CB8AC3E}">
        <p14:creationId xmlns:p14="http://schemas.microsoft.com/office/powerpoint/2010/main" val="14117087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accent1">
                <a:lumMod val="45000"/>
                <a:lumOff val="55000"/>
              </a:schemeClr>
            </a:gs>
            <a:gs pos="0">
              <a:schemeClr val="accent1">
                <a:lumMod val="45000"/>
                <a:lumOff val="55000"/>
              </a:schemeClr>
            </a:gs>
            <a:gs pos="67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>
            <a:extLst>
              <a:ext uri="{FF2B5EF4-FFF2-40B4-BE49-F238E27FC236}">
                <a16:creationId xmlns:a16="http://schemas.microsoft.com/office/drawing/2014/main" id="{616EAC30-D46E-571E-C5FA-182224EA0DC2}"/>
              </a:ext>
            </a:extLst>
          </p:cNvPr>
          <p:cNvSpPr/>
          <p:nvPr/>
        </p:nvSpPr>
        <p:spPr>
          <a:xfrm>
            <a:off x="886690" y="861291"/>
            <a:ext cx="10677236" cy="535478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D9EF5F8-C1B9-DFE9-7B54-0308D06FB909}"/>
              </a:ext>
            </a:extLst>
          </p:cNvPr>
          <p:cNvSpPr/>
          <p:nvPr/>
        </p:nvSpPr>
        <p:spPr>
          <a:xfrm>
            <a:off x="7841673" y="1445490"/>
            <a:ext cx="3103418" cy="433647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4" name="图片 3" descr="图片包含 游戏机, 食物, 花&#10;&#10;描述已自动生成">
            <a:extLst>
              <a:ext uri="{FF2B5EF4-FFF2-40B4-BE49-F238E27FC236}">
                <a16:creationId xmlns:a16="http://schemas.microsoft.com/office/drawing/2014/main" id="{E5CDBD21-2343-EDE7-8B10-5315FFE50D7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9129857" y="3350201"/>
            <a:ext cx="527050" cy="52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998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accent1">
                <a:lumMod val="45000"/>
                <a:lumOff val="55000"/>
              </a:schemeClr>
            </a:gs>
            <a:gs pos="0">
              <a:schemeClr val="accent1">
                <a:lumMod val="45000"/>
                <a:lumOff val="55000"/>
              </a:schemeClr>
            </a:gs>
            <a:gs pos="67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>
            <a:extLst>
              <a:ext uri="{FF2B5EF4-FFF2-40B4-BE49-F238E27FC236}">
                <a16:creationId xmlns:a16="http://schemas.microsoft.com/office/drawing/2014/main" id="{616EAC30-D46E-571E-C5FA-182224EA0DC2}"/>
              </a:ext>
            </a:extLst>
          </p:cNvPr>
          <p:cNvSpPr/>
          <p:nvPr/>
        </p:nvSpPr>
        <p:spPr>
          <a:xfrm>
            <a:off x="812945" y="861290"/>
            <a:ext cx="10677236" cy="535478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D9EF5F8-C1B9-DFE9-7B54-0308D06FB909}"/>
              </a:ext>
            </a:extLst>
          </p:cNvPr>
          <p:cNvSpPr/>
          <p:nvPr/>
        </p:nvSpPr>
        <p:spPr>
          <a:xfrm>
            <a:off x="7759353" y="1370445"/>
            <a:ext cx="3103418" cy="433647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0556EDAF-E29B-D7CC-1421-0A2A8424DB39}"/>
              </a:ext>
            </a:extLst>
          </p:cNvPr>
          <p:cNvGrpSpPr/>
          <p:nvPr/>
        </p:nvGrpSpPr>
        <p:grpSpPr>
          <a:xfrm>
            <a:off x="2871396" y="2631537"/>
            <a:ext cx="2679656" cy="1814290"/>
            <a:chOff x="2751324" y="2521404"/>
            <a:chExt cx="2679656" cy="1814290"/>
          </a:xfrm>
        </p:grpSpPr>
        <p:pic>
          <p:nvPicPr>
            <p:cNvPr id="8" name="图片 7" descr="图片包含 徽标&#10;&#10;描述已自动生成">
              <a:extLst>
                <a:ext uri="{FF2B5EF4-FFF2-40B4-BE49-F238E27FC236}">
                  <a16:creationId xmlns:a16="http://schemas.microsoft.com/office/drawing/2014/main" id="{668225B7-EC6C-0800-70EF-E7C3BA2B17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340000">
              <a:off x="2751324" y="2560863"/>
              <a:ext cx="1170557" cy="1170557"/>
            </a:xfrm>
            <a:prstGeom prst="rect">
              <a:avLst/>
            </a:prstGeom>
          </p:spPr>
        </p:pic>
        <p:pic>
          <p:nvPicPr>
            <p:cNvPr id="9" name="图片 8" descr="图标&#10;&#10;描述已自动生成">
              <a:extLst>
                <a:ext uri="{FF2B5EF4-FFF2-40B4-BE49-F238E27FC236}">
                  <a16:creationId xmlns:a16="http://schemas.microsoft.com/office/drawing/2014/main" id="{B22F77F2-2B5C-58D5-D392-1EE4C1014C4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960000">
              <a:off x="4513982" y="2876896"/>
              <a:ext cx="916998" cy="916998"/>
            </a:xfrm>
            <a:prstGeom prst="rect">
              <a:avLst/>
            </a:prstGeom>
          </p:spPr>
        </p:pic>
        <p:pic>
          <p:nvPicPr>
            <p:cNvPr id="10" name="图片 9" descr="图标&#10;&#10;描述已自动生成">
              <a:extLst>
                <a:ext uri="{FF2B5EF4-FFF2-40B4-BE49-F238E27FC236}">
                  <a16:creationId xmlns:a16="http://schemas.microsoft.com/office/drawing/2014/main" id="{F2FDDD16-7EA6-1F83-7C3B-2B5FC179AED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420000">
              <a:off x="3209664" y="2521404"/>
              <a:ext cx="1814290" cy="1814290"/>
            </a:xfrm>
            <a:prstGeom prst="rect">
              <a:avLst/>
            </a:prstGeom>
          </p:spPr>
        </p:pic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B83F8D58-0F65-5322-2161-8846DB090BE2}"/>
              </a:ext>
            </a:extLst>
          </p:cNvPr>
          <p:cNvSpPr/>
          <p:nvPr/>
        </p:nvSpPr>
        <p:spPr>
          <a:xfrm>
            <a:off x="7285672" y="1482433"/>
            <a:ext cx="4161790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等线 Light" panose="02010600030101010101" pitchFamily="2" charset="-122"/>
                <a:ea typeface="等线 Light" panose="02010600030101010101" pitchFamily="2" charset="-122"/>
              </a:rPr>
              <a:t>让我们添加你的帐户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4487528-C185-5EA2-099A-167D1EFB359C}"/>
              </a:ext>
            </a:extLst>
          </p:cNvPr>
          <p:cNvSpPr/>
          <p:nvPr/>
        </p:nvSpPr>
        <p:spPr>
          <a:xfrm>
            <a:off x="7217265" y="1938645"/>
            <a:ext cx="416179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ea"/>
                <a:ea typeface="+mj-ea"/>
              </a:rPr>
              <a:t>需要Microsoft帐户才能在你的所有设备上                           登录并访问你的</a:t>
            </a:r>
            <a:r>
              <a:rPr lang="en-US" altLang="zh-CN" sz="12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ea"/>
                <a:ea typeface="+mj-ea"/>
              </a:rPr>
              <a:t> </a:t>
            </a:r>
            <a:r>
              <a:rPr lang="zh-CN" altLang="en-US" sz="1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ea"/>
                <a:ea typeface="+mj-ea"/>
              </a:rPr>
              <a:t>应用、服务和OneDrive 云文件</a:t>
            </a:r>
          </a:p>
        </p:txBody>
      </p:sp>
      <p:pic>
        <p:nvPicPr>
          <p:cNvPr id="13" name="图片 12" descr="图片包含 游戏机, 建筑, 画, 窗户&#10;&#10;描述已自动生成">
            <a:extLst>
              <a:ext uri="{FF2B5EF4-FFF2-40B4-BE49-F238E27FC236}">
                <a16:creationId xmlns:a16="http://schemas.microsoft.com/office/drawing/2014/main" id="{88544EE2-0E8B-4412-BBFC-9271B2EAA6B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4780" y="2377765"/>
            <a:ext cx="452120" cy="452120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CA5EAF86-0710-1615-9E72-9B58BA44B3C9}"/>
              </a:ext>
            </a:extLst>
          </p:cNvPr>
          <p:cNvSpPr/>
          <p:nvPr/>
        </p:nvSpPr>
        <p:spPr>
          <a:xfrm>
            <a:off x="8448674" y="2342601"/>
            <a:ext cx="1835785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ea"/>
                <a:ea typeface="+mj-ea"/>
              </a:rPr>
              <a:t>Microsoft</a:t>
            </a:r>
            <a:r>
              <a:rPr lang="zh-CN" altLang="en-US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ea"/>
                <a:ea typeface="+mj-ea"/>
              </a:rPr>
              <a:t>账户登录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FD62949-600C-B6C5-DB6F-CC6D9DC93328}"/>
              </a:ext>
            </a:extLst>
          </p:cNvPr>
          <p:cNvSpPr txBox="1"/>
          <p:nvPr/>
        </p:nvSpPr>
        <p:spPr>
          <a:xfrm>
            <a:off x="7823811" y="3552018"/>
            <a:ext cx="22351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没有帐户?</a:t>
            </a:r>
            <a:r>
              <a:rPr lang="zh-CN" altLang="en-US" sz="1800" b="1" dirty="0">
                <a:solidFill>
                  <a:srgbClr val="1B58B8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创建一个</a:t>
            </a:r>
            <a:r>
              <a:rPr lang="zh-CN" altLang="en-US" sz="1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!</a:t>
            </a:r>
            <a:endParaRPr lang="en-US" altLang="zh-CN" sz="18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zh-CN" altLang="en-US" sz="1800" b="1" dirty="0"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等线 Light" panose="02010600030101010101" pitchFamily="2" charset="-122"/>
                <a:ea typeface="等线 Light" panose="02010600030101010101" pitchFamily="2" charset="-122"/>
              </a:rPr>
              <a:t>登录选项</a:t>
            </a:r>
          </a:p>
          <a:p>
            <a:endParaRPr lang="zh-CN" altLang="en-US" sz="18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zh-CN" altLang="en-US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122292A-BF78-6DAD-4A96-1CAD3A0452F3}"/>
              </a:ext>
            </a:extLst>
          </p:cNvPr>
          <p:cNvSpPr/>
          <p:nvPr/>
        </p:nvSpPr>
        <p:spPr>
          <a:xfrm>
            <a:off x="8894618" y="5061528"/>
            <a:ext cx="997527" cy="35098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</a:rPr>
              <a:t>下一步</a:t>
            </a: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name="TextBox1" r:id="rId1" imgW="2581200" imgH="304920"/>
        </mc:Choice>
        <mc:Fallback>
          <p:control name="TextBox1" r:id="rId1" imgW="2581200" imgH="304920">
            <p:pic>
              <p:nvPicPr>
                <p:cNvPr id="16" name="TextBox1">
                  <a:extLst>
                    <a:ext uri="{FF2B5EF4-FFF2-40B4-BE49-F238E27FC236}">
                      <a16:creationId xmlns:a16="http://schemas.microsoft.com/office/drawing/2014/main" id="{25079547-5B63-1855-49B9-9EB90E2BFE76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022661" y="3001182"/>
                  <a:ext cx="2576801" cy="304800"/>
                </a:xfrm>
                <a:prstGeom prst="rect">
                  <a:avLst/>
                </a:prstGeom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8590166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accent1">
                <a:lumMod val="45000"/>
                <a:lumOff val="55000"/>
              </a:schemeClr>
            </a:gs>
            <a:gs pos="0">
              <a:schemeClr val="accent1">
                <a:lumMod val="45000"/>
                <a:lumOff val="55000"/>
              </a:schemeClr>
            </a:gs>
            <a:gs pos="67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>
            <a:extLst>
              <a:ext uri="{FF2B5EF4-FFF2-40B4-BE49-F238E27FC236}">
                <a16:creationId xmlns:a16="http://schemas.microsoft.com/office/drawing/2014/main" id="{616EAC30-D46E-571E-C5FA-182224EA0DC2}"/>
              </a:ext>
            </a:extLst>
          </p:cNvPr>
          <p:cNvSpPr/>
          <p:nvPr/>
        </p:nvSpPr>
        <p:spPr>
          <a:xfrm>
            <a:off x="812945" y="861290"/>
            <a:ext cx="10677236" cy="535478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D9EF5F8-C1B9-DFE9-7B54-0308D06FB909}"/>
              </a:ext>
            </a:extLst>
          </p:cNvPr>
          <p:cNvSpPr/>
          <p:nvPr/>
        </p:nvSpPr>
        <p:spPr>
          <a:xfrm>
            <a:off x="7759352" y="1370444"/>
            <a:ext cx="3103418" cy="433647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83F8D58-0F65-5322-2161-8846DB090BE2}"/>
              </a:ext>
            </a:extLst>
          </p:cNvPr>
          <p:cNvSpPr/>
          <p:nvPr/>
        </p:nvSpPr>
        <p:spPr>
          <a:xfrm>
            <a:off x="7285672" y="1482433"/>
            <a:ext cx="4161790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等线 Light" panose="02010600030101010101" pitchFamily="2" charset="-122"/>
                <a:ea typeface="等线 Light" panose="02010600030101010101" pitchFamily="2" charset="-122"/>
              </a:rPr>
              <a:t>登陆选项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122292A-BF78-6DAD-4A96-1CAD3A0452F3}"/>
              </a:ext>
            </a:extLst>
          </p:cNvPr>
          <p:cNvSpPr/>
          <p:nvPr/>
        </p:nvSpPr>
        <p:spPr>
          <a:xfrm>
            <a:off x="8664516" y="3094546"/>
            <a:ext cx="1293091" cy="35098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</a:rPr>
              <a:t>离线账户</a:t>
            </a:r>
          </a:p>
        </p:txBody>
      </p:sp>
      <p:pic>
        <p:nvPicPr>
          <p:cNvPr id="15" name="图片 14" descr="4834e0b9c492c7b25b8e30b06550369f-removebg-preview">
            <a:extLst>
              <a:ext uri="{FF2B5EF4-FFF2-40B4-BE49-F238E27FC236}">
                <a16:creationId xmlns:a16="http://schemas.microsoft.com/office/drawing/2014/main" id="{62B9A42F-1210-C1B8-13D2-562AE3DF0F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5879" y="2451388"/>
            <a:ext cx="1780540" cy="1780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2988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accent1">
                <a:lumMod val="45000"/>
                <a:lumOff val="55000"/>
              </a:schemeClr>
            </a:gs>
            <a:gs pos="0">
              <a:schemeClr val="accent1">
                <a:lumMod val="45000"/>
                <a:lumOff val="55000"/>
              </a:schemeClr>
            </a:gs>
            <a:gs pos="67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>
            <a:extLst>
              <a:ext uri="{FF2B5EF4-FFF2-40B4-BE49-F238E27FC236}">
                <a16:creationId xmlns:a16="http://schemas.microsoft.com/office/drawing/2014/main" id="{616EAC30-D46E-571E-C5FA-182224EA0DC2}"/>
              </a:ext>
            </a:extLst>
          </p:cNvPr>
          <p:cNvSpPr/>
          <p:nvPr/>
        </p:nvSpPr>
        <p:spPr>
          <a:xfrm>
            <a:off x="812945" y="861290"/>
            <a:ext cx="10677236" cy="535478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D9EF5F8-C1B9-DFE9-7B54-0308D06FB909}"/>
              </a:ext>
            </a:extLst>
          </p:cNvPr>
          <p:cNvSpPr/>
          <p:nvPr/>
        </p:nvSpPr>
        <p:spPr>
          <a:xfrm>
            <a:off x="7759352" y="1342734"/>
            <a:ext cx="3103418" cy="433647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83F8D58-0F65-5322-2161-8846DB090BE2}"/>
              </a:ext>
            </a:extLst>
          </p:cNvPr>
          <p:cNvSpPr/>
          <p:nvPr/>
        </p:nvSpPr>
        <p:spPr>
          <a:xfrm>
            <a:off x="7285672" y="1482433"/>
            <a:ext cx="4161790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等线 Light" panose="02010600030101010101" pitchFamily="2" charset="-122"/>
                <a:ea typeface="等线 Light" panose="02010600030101010101" pitchFamily="2" charset="-122"/>
              </a:rPr>
              <a:t>创建离线账户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122292A-BF78-6DAD-4A96-1CAD3A0452F3}"/>
              </a:ext>
            </a:extLst>
          </p:cNvPr>
          <p:cNvSpPr/>
          <p:nvPr/>
        </p:nvSpPr>
        <p:spPr>
          <a:xfrm>
            <a:off x="8720021" y="4975458"/>
            <a:ext cx="1293091" cy="35098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</a:rPr>
              <a:t>下一步</a:t>
            </a:r>
          </a:p>
        </p:txBody>
      </p:sp>
      <p:pic>
        <p:nvPicPr>
          <p:cNvPr id="13" name="图片 12" descr="4834e0b9c492c7b25b8e30b06550369f-removebg-preview">
            <a:extLst>
              <a:ext uri="{FF2B5EF4-FFF2-40B4-BE49-F238E27FC236}">
                <a16:creationId xmlns:a16="http://schemas.microsoft.com/office/drawing/2014/main" id="{16358545-1EDB-52AB-4ACB-D3E87CA08E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5879" y="2538730"/>
            <a:ext cx="1780540" cy="1780540"/>
          </a:xfrm>
          <a:prstGeom prst="rect">
            <a:avLst/>
          </a:prstGeom>
        </p:spPr>
      </p:pic>
    </p:spTree>
    <p:controls>
      <mc:AlternateContent xmlns:mc="http://schemas.openxmlformats.org/markup-compatibility/2006">
        <mc:Choice xmlns:v="urn:schemas-microsoft-com:vml" Requires="v">
          <p:control name="TextBox1" r:id="rId1" imgW="2581200" imgH="304920"/>
        </mc:Choice>
        <mc:Fallback>
          <p:control name="TextBox1" r:id="rId1" imgW="2581200" imgH="304920">
            <p:pic>
              <p:nvPicPr>
                <p:cNvPr id="12" name="TextBox1">
                  <a:extLst>
                    <a:ext uri="{FF2B5EF4-FFF2-40B4-BE49-F238E27FC236}">
                      <a16:creationId xmlns:a16="http://schemas.microsoft.com/office/drawing/2014/main" id="{40A9CF27-91E1-D6E2-01C2-6D36F2A67372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022661" y="3001182"/>
                  <a:ext cx="2576801" cy="304800"/>
                </a:xfrm>
                <a:prstGeom prst="rect">
                  <a:avLst/>
                </a:prstGeom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27281187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accent1">
                <a:lumMod val="45000"/>
                <a:lumOff val="55000"/>
              </a:schemeClr>
            </a:gs>
            <a:gs pos="0">
              <a:schemeClr val="accent1">
                <a:lumMod val="45000"/>
                <a:lumOff val="55000"/>
              </a:schemeClr>
            </a:gs>
            <a:gs pos="67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>
            <a:extLst>
              <a:ext uri="{FF2B5EF4-FFF2-40B4-BE49-F238E27FC236}">
                <a16:creationId xmlns:a16="http://schemas.microsoft.com/office/drawing/2014/main" id="{616EAC30-D46E-571E-C5FA-182224EA0DC2}"/>
              </a:ext>
            </a:extLst>
          </p:cNvPr>
          <p:cNvSpPr/>
          <p:nvPr/>
        </p:nvSpPr>
        <p:spPr>
          <a:xfrm>
            <a:off x="886690" y="861291"/>
            <a:ext cx="10677236" cy="535478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D9EF5F8-C1B9-DFE9-7B54-0308D06FB909}"/>
              </a:ext>
            </a:extLst>
          </p:cNvPr>
          <p:cNvSpPr/>
          <p:nvPr/>
        </p:nvSpPr>
        <p:spPr>
          <a:xfrm>
            <a:off x="7841673" y="1445490"/>
            <a:ext cx="3103418" cy="433647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8" name="图片 7" descr="形状&#10;&#10;描述已自动生成">
            <a:extLst>
              <a:ext uri="{FF2B5EF4-FFF2-40B4-BE49-F238E27FC236}">
                <a16:creationId xmlns:a16="http://schemas.microsoft.com/office/drawing/2014/main" id="{98BA5EE7-71ED-B10B-4E3B-814D96453E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9101" y="3173203"/>
            <a:ext cx="1160780" cy="1160780"/>
          </a:xfrm>
          <a:prstGeom prst="rect">
            <a:avLst/>
          </a:prstGeom>
        </p:spPr>
      </p:pic>
      <p:pic>
        <p:nvPicPr>
          <p:cNvPr id="10" name="图片 9" descr="图标&#10;&#10;描述已自动生成">
            <a:extLst>
              <a:ext uri="{FF2B5EF4-FFF2-40B4-BE49-F238E27FC236}">
                <a16:creationId xmlns:a16="http://schemas.microsoft.com/office/drawing/2014/main" id="{C70DA3FA-1C88-B6A4-8F97-90D76AA434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60000" flipH="1">
            <a:off x="4110315" y="2896455"/>
            <a:ext cx="1170634" cy="1170634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8D0E53C9-AF93-EAAD-CC74-E80962AF9C30}"/>
              </a:ext>
            </a:extLst>
          </p:cNvPr>
          <p:cNvSpPr txBox="1"/>
          <p:nvPr/>
        </p:nvSpPr>
        <p:spPr>
          <a:xfrm>
            <a:off x="8834582" y="1690254"/>
            <a:ext cx="111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创建密码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29346A0-D73E-78A5-7E6C-CE8AEC300225}"/>
              </a:ext>
            </a:extLst>
          </p:cNvPr>
          <p:cNvSpPr/>
          <p:nvPr/>
        </p:nvSpPr>
        <p:spPr>
          <a:xfrm>
            <a:off x="8720021" y="4975458"/>
            <a:ext cx="1293091" cy="35098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</a:rPr>
              <a:t>下一步</a:t>
            </a: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name="TextBox1" r:id="rId1" imgW="2581200" imgH="304920"/>
        </mc:Choice>
        <mc:Fallback>
          <p:control name="TextBox1" r:id="rId1" imgW="2581200" imgH="304920">
            <p:pic>
              <p:nvPicPr>
                <p:cNvPr id="11" name="TextBox1">
                  <a:extLst>
                    <a:ext uri="{FF2B5EF4-FFF2-40B4-BE49-F238E27FC236}">
                      <a16:creationId xmlns:a16="http://schemas.microsoft.com/office/drawing/2014/main" id="{AF326C00-F574-4300-7C6B-663CE232BB63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104981" y="2936527"/>
                  <a:ext cx="2576801" cy="304800"/>
                </a:xfrm>
                <a:prstGeom prst="rect">
                  <a:avLst/>
                </a:prstGeom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7376789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accent1">
                <a:lumMod val="45000"/>
                <a:lumOff val="55000"/>
              </a:schemeClr>
            </a:gs>
            <a:gs pos="0">
              <a:schemeClr val="accent1">
                <a:lumMod val="45000"/>
                <a:lumOff val="55000"/>
              </a:schemeClr>
            </a:gs>
            <a:gs pos="67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>
            <a:extLst>
              <a:ext uri="{FF2B5EF4-FFF2-40B4-BE49-F238E27FC236}">
                <a16:creationId xmlns:a16="http://schemas.microsoft.com/office/drawing/2014/main" id="{616EAC30-D46E-571E-C5FA-182224EA0DC2}"/>
              </a:ext>
            </a:extLst>
          </p:cNvPr>
          <p:cNvSpPr/>
          <p:nvPr/>
        </p:nvSpPr>
        <p:spPr>
          <a:xfrm>
            <a:off x="886690" y="861291"/>
            <a:ext cx="10677236" cy="535478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D9EF5F8-C1B9-DFE9-7B54-0308D06FB909}"/>
              </a:ext>
            </a:extLst>
          </p:cNvPr>
          <p:cNvSpPr/>
          <p:nvPr/>
        </p:nvSpPr>
        <p:spPr>
          <a:xfrm>
            <a:off x="7841673" y="1445490"/>
            <a:ext cx="3103418" cy="433647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7" name="图片 6" descr="图片包含 游戏机, 食物, 花&#10;&#10;描述已自动生成">
            <a:extLst>
              <a:ext uri="{FF2B5EF4-FFF2-40B4-BE49-F238E27FC236}">
                <a16:creationId xmlns:a16="http://schemas.microsoft.com/office/drawing/2014/main" id="{072DA237-66AA-A4FF-0F8D-855209AAACD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9129857" y="3350201"/>
            <a:ext cx="527050" cy="52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6345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A2C3EDA3-0E61-2214-096C-E9042A02EFCD}"/>
              </a:ext>
            </a:extLst>
          </p:cNvPr>
          <p:cNvSpPr/>
          <p:nvPr/>
        </p:nvSpPr>
        <p:spPr>
          <a:xfrm>
            <a:off x="3791523" y="2829560"/>
            <a:ext cx="4608954" cy="646331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欢迎使用</a:t>
            </a:r>
            <a:r>
              <a:rPr lang="en-US" altLang="zh-CN" sz="36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Windows 19</a:t>
            </a:r>
          </a:p>
        </p:txBody>
      </p:sp>
    </p:spTree>
    <p:extLst>
      <p:ext uri="{BB962C8B-B14F-4D97-AF65-F5344CB8AC3E}">
        <p14:creationId xmlns:p14="http://schemas.microsoft.com/office/powerpoint/2010/main" val="8124095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A2C3EDA3-0E61-2214-096C-E9042A02EFCD}"/>
              </a:ext>
            </a:extLst>
          </p:cNvPr>
          <p:cNvSpPr/>
          <p:nvPr/>
        </p:nvSpPr>
        <p:spPr>
          <a:xfrm>
            <a:off x="3695343" y="2829560"/>
            <a:ext cx="4801314" cy="1015663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此操作可能需要几分钟</a:t>
            </a:r>
          </a:p>
          <a:p>
            <a:pPr algn="ctr"/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请勿关闭电脑</a:t>
            </a:r>
          </a:p>
        </p:txBody>
      </p:sp>
    </p:spTree>
    <p:extLst>
      <p:ext uri="{BB962C8B-B14F-4D97-AF65-F5344CB8AC3E}">
        <p14:creationId xmlns:p14="http://schemas.microsoft.com/office/powerpoint/2010/main" val="6514680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77EB9E10-BF06-824B-5DF3-0E2F6193DD5F}"/>
              </a:ext>
            </a:extLst>
          </p:cNvPr>
          <p:cNvSpPr/>
          <p:nvPr/>
        </p:nvSpPr>
        <p:spPr>
          <a:xfrm>
            <a:off x="3490912" y="2921635"/>
            <a:ext cx="5210175" cy="101473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请保持</a:t>
            </a:r>
            <a:r>
              <a:rPr lang="en-US" altLang="zh-CN" sz="36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pc</a:t>
            </a:r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开机并接通电源</a:t>
            </a:r>
          </a:p>
          <a:p>
            <a:pPr algn="ctr"/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请勿关闭电脑</a:t>
            </a:r>
          </a:p>
        </p:txBody>
      </p:sp>
    </p:spTree>
    <p:extLst>
      <p:ext uri="{BB962C8B-B14F-4D97-AF65-F5344CB8AC3E}">
        <p14:creationId xmlns:p14="http://schemas.microsoft.com/office/powerpoint/2010/main" val="1004256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4FCB9317-C4B9-5436-4239-F2BBF145DA5A}"/>
              </a:ext>
            </a:extLst>
          </p:cNvPr>
          <p:cNvSpPr/>
          <p:nvPr/>
        </p:nvSpPr>
        <p:spPr>
          <a:xfrm>
            <a:off x="5086350" y="2829560"/>
            <a:ext cx="2019300" cy="64516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3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马上就好</a:t>
            </a:r>
          </a:p>
        </p:txBody>
      </p:sp>
    </p:spTree>
    <p:extLst>
      <p:ext uri="{BB962C8B-B14F-4D97-AF65-F5344CB8AC3E}">
        <p14:creationId xmlns:p14="http://schemas.microsoft.com/office/powerpoint/2010/main" val="29215087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accent1">
                <a:lumMod val="45000"/>
                <a:lumOff val="55000"/>
              </a:schemeClr>
            </a:gs>
            <a:gs pos="0">
              <a:schemeClr val="accent1">
                <a:lumMod val="45000"/>
                <a:lumOff val="55000"/>
              </a:schemeClr>
            </a:gs>
            <a:gs pos="67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22194656-6B3D-3BB9-7E11-4CC8EED3755F}"/>
              </a:ext>
            </a:extLst>
          </p:cNvPr>
          <p:cNvGrpSpPr/>
          <p:nvPr/>
        </p:nvGrpSpPr>
        <p:grpSpPr>
          <a:xfrm>
            <a:off x="215900" y="178435"/>
            <a:ext cx="730250" cy="1830705"/>
            <a:chOff x="215900" y="178435"/>
            <a:chExt cx="730250" cy="1830705"/>
          </a:xfrm>
        </p:grpSpPr>
        <p:pic>
          <p:nvPicPr>
            <p:cNvPr id="5" name="图片 4" descr="形状&#10;&#10;描述已自动生成">
              <a:extLst>
                <a:ext uri="{FF2B5EF4-FFF2-40B4-BE49-F238E27FC236}">
                  <a16:creationId xmlns:a16="http://schemas.microsoft.com/office/drawing/2014/main" id="{CDC188F5-CA94-D828-D2AF-B87B22061E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5900" y="178435"/>
              <a:ext cx="730250" cy="730250"/>
            </a:xfrm>
            <a:prstGeom prst="rect">
              <a:avLst/>
            </a:prstGeom>
          </p:spPr>
        </p:pic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582246B3-D518-730C-3579-8746FE20BE6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9240" y="1385570"/>
              <a:ext cx="623570" cy="623570"/>
            </a:xfrm>
            <a:prstGeom prst="rect">
              <a:avLst/>
            </a:prstGeom>
          </p:spPr>
        </p:pic>
      </p:grpSp>
      <p:sp>
        <p:nvSpPr>
          <p:cNvPr id="7" name="矩形 6">
            <a:extLst>
              <a:ext uri="{FF2B5EF4-FFF2-40B4-BE49-F238E27FC236}">
                <a16:creationId xmlns:a16="http://schemas.microsoft.com/office/drawing/2014/main" id="{0E8C6336-BACC-961B-8DCE-4BEB5789B440}"/>
              </a:ext>
            </a:extLst>
          </p:cNvPr>
          <p:cNvSpPr/>
          <p:nvPr/>
        </p:nvSpPr>
        <p:spPr>
          <a:xfrm>
            <a:off x="-86360" y="963295"/>
            <a:ext cx="1334770" cy="3683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等线 Light" panose="02010600030101010101" pitchFamily="2" charset="-122"/>
                <a:ea typeface="等线 Light" panose="02010600030101010101" pitchFamily="2" charset="-122"/>
              </a:rPr>
              <a:t>此电脑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FE4BF99-DB63-39B4-559A-31458E4C6D45}"/>
              </a:ext>
            </a:extLst>
          </p:cNvPr>
          <p:cNvSpPr/>
          <p:nvPr/>
        </p:nvSpPr>
        <p:spPr>
          <a:xfrm>
            <a:off x="-86360" y="2158365"/>
            <a:ext cx="1334770" cy="3683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等线 Light" panose="02010600030101010101" pitchFamily="2" charset="-122"/>
                <a:ea typeface="等线 Light" panose="02010600030101010101" pitchFamily="2" charset="-122"/>
              </a:rPr>
              <a:t>回收站</a:t>
            </a:r>
          </a:p>
        </p:txBody>
      </p:sp>
      <p:pic>
        <p:nvPicPr>
          <p:cNvPr id="9" name="图片 8" descr="edge">
            <a:extLst>
              <a:ext uri="{FF2B5EF4-FFF2-40B4-BE49-F238E27FC236}">
                <a16:creationId xmlns:a16="http://schemas.microsoft.com/office/drawing/2014/main" id="{D6693CB0-914E-14E0-1695-B7A1F4BDB2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240" y="2675890"/>
            <a:ext cx="609600" cy="6096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C81C514E-40AF-FF4B-C213-20291C4F7531}"/>
              </a:ext>
            </a:extLst>
          </p:cNvPr>
          <p:cNvSpPr txBox="1"/>
          <p:nvPr/>
        </p:nvSpPr>
        <p:spPr>
          <a:xfrm>
            <a:off x="29845" y="3285451"/>
            <a:ext cx="114581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Microsoft</a:t>
            </a:r>
          </a:p>
          <a:p>
            <a:r>
              <a:rPr lang="en-US" altLang="zh-CN" dirty="0"/>
              <a:t>   Edge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D7AB878-6A89-439B-1335-FC14044998AE}"/>
              </a:ext>
            </a:extLst>
          </p:cNvPr>
          <p:cNvSpPr/>
          <p:nvPr/>
        </p:nvSpPr>
        <p:spPr>
          <a:xfrm>
            <a:off x="0" y="6428792"/>
            <a:ext cx="12192000" cy="429208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内容占位符 11" descr="explorer">
            <a:extLst>
              <a:ext uri="{FF2B5EF4-FFF2-40B4-BE49-F238E27FC236}">
                <a16:creationId xmlns:a16="http://schemas.microsoft.com/office/drawing/2014/main" id="{CC10FBA4-243D-7179-0A1A-5D54AD8FFB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5393401" y="6442701"/>
            <a:ext cx="377958" cy="377958"/>
          </a:xfrm>
          <a:prstGeom prst="rect">
            <a:avLst/>
          </a:prstGeom>
        </p:spPr>
      </p:pic>
      <p:pic>
        <p:nvPicPr>
          <p:cNvPr id="13" name="图片 12" descr="settings">
            <a:extLst>
              <a:ext uri="{FF2B5EF4-FFF2-40B4-BE49-F238E27FC236}">
                <a16:creationId xmlns:a16="http://schemas.microsoft.com/office/drawing/2014/main" id="{21B5DF65-F968-49FC-5622-537A0FCE8A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3761" y="6441319"/>
            <a:ext cx="429209" cy="429209"/>
          </a:xfrm>
          <a:prstGeom prst="rect">
            <a:avLst/>
          </a:prstGeom>
        </p:spPr>
      </p:pic>
      <p:pic>
        <p:nvPicPr>
          <p:cNvPr id="14" name="图片 13" descr="search">
            <a:extLst>
              <a:ext uri="{FF2B5EF4-FFF2-40B4-BE49-F238E27FC236}">
                <a16:creationId xmlns:a16="http://schemas.microsoft.com/office/drawing/2014/main" id="{01F15080-2C55-BF1A-3AA8-E683B096ED6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2956" y="6453848"/>
            <a:ext cx="429208" cy="429208"/>
          </a:xfrm>
          <a:prstGeom prst="rect">
            <a:avLst/>
          </a:prstGeom>
        </p:spPr>
      </p:pic>
      <p:pic>
        <p:nvPicPr>
          <p:cNvPr id="15" name="图片 14" descr="store">
            <a:extLst>
              <a:ext uri="{FF2B5EF4-FFF2-40B4-BE49-F238E27FC236}">
                <a16:creationId xmlns:a16="http://schemas.microsoft.com/office/drawing/2014/main" id="{82BDCC20-4B85-AAC4-A14D-7380C6B6E68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6305" y="6428792"/>
            <a:ext cx="429208" cy="429208"/>
          </a:xfrm>
          <a:prstGeom prst="rect">
            <a:avLst/>
          </a:prstGeom>
        </p:spPr>
      </p:pic>
      <p:pic>
        <p:nvPicPr>
          <p:cNvPr id="16" name="图片 15" descr="audio3">
            <a:extLst>
              <a:ext uri="{FF2B5EF4-FFF2-40B4-BE49-F238E27FC236}">
                <a16:creationId xmlns:a16="http://schemas.microsoft.com/office/drawing/2014/main" id="{3D1132F3-97F3-F430-7B49-F8FAD661146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95280" y="6453848"/>
            <a:ext cx="379095" cy="379095"/>
          </a:xfrm>
          <a:prstGeom prst="rect">
            <a:avLst/>
          </a:prstGeom>
        </p:spPr>
      </p:pic>
      <p:pic>
        <p:nvPicPr>
          <p:cNvPr id="17" name="图片 16" descr="wifi">
            <a:extLst>
              <a:ext uri="{FF2B5EF4-FFF2-40B4-BE49-F238E27FC236}">
                <a16:creationId xmlns:a16="http://schemas.microsoft.com/office/drawing/2014/main" id="{D7964CB7-E0FA-25AF-5E15-4531085FBDB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55972" y="6453848"/>
            <a:ext cx="384810" cy="384810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C39B8C6D-4D14-C68E-C8A4-B0580349BB64}"/>
              </a:ext>
            </a:extLst>
          </p:cNvPr>
          <p:cNvSpPr txBox="1"/>
          <p:nvPr/>
        </p:nvSpPr>
        <p:spPr>
          <a:xfrm>
            <a:off x="11299983" y="6464643"/>
            <a:ext cx="9328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11:45</a:t>
            </a: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C106B595-85AF-FD24-0A3F-769B7CF2873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00857" y="6453848"/>
            <a:ext cx="377958" cy="377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7433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accent1">
                <a:lumMod val="45000"/>
                <a:lumOff val="55000"/>
              </a:schemeClr>
            </a:gs>
            <a:gs pos="0">
              <a:schemeClr val="accent1">
                <a:lumMod val="45000"/>
                <a:lumOff val="55000"/>
              </a:schemeClr>
            </a:gs>
            <a:gs pos="67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22194656-6B3D-3BB9-7E11-4CC8EED3755F}"/>
              </a:ext>
            </a:extLst>
          </p:cNvPr>
          <p:cNvGrpSpPr/>
          <p:nvPr/>
        </p:nvGrpSpPr>
        <p:grpSpPr>
          <a:xfrm>
            <a:off x="215900" y="178435"/>
            <a:ext cx="730250" cy="1830705"/>
            <a:chOff x="215900" y="178435"/>
            <a:chExt cx="730250" cy="1830705"/>
          </a:xfrm>
        </p:grpSpPr>
        <p:pic>
          <p:nvPicPr>
            <p:cNvPr id="5" name="图片 4" descr="形状&#10;&#10;描述已自动生成">
              <a:extLst>
                <a:ext uri="{FF2B5EF4-FFF2-40B4-BE49-F238E27FC236}">
                  <a16:creationId xmlns:a16="http://schemas.microsoft.com/office/drawing/2014/main" id="{CDC188F5-CA94-D828-D2AF-B87B22061E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5900" y="178435"/>
              <a:ext cx="730250" cy="730250"/>
            </a:xfrm>
            <a:prstGeom prst="rect">
              <a:avLst/>
            </a:prstGeom>
          </p:spPr>
        </p:pic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582246B3-D518-730C-3579-8746FE20BE6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9240" y="1385570"/>
              <a:ext cx="623570" cy="623570"/>
            </a:xfrm>
            <a:prstGeom prst="rect">
              <a:avLst/>
            </a:prstGeom>
          </p:spPr>
        </p:pic>
      </p:grpSp>
      <p:sp>
        <p:nvSpPr>
          <p:cNvPr id="7" name="矩形 6">
            <a:extLst>
              <a:ext uri="{FF2B5EF4-FFF2-40B4-BE49-F238E27FC236}">
                <a16:creationId xmlns:a16="http://schemas.microsoft.com/office/drawing/2014/main" id="{0E8C6336-BACC-961B-8DCE-4BEB5789B440}"/>
              </a:ext>
            </a:extLst>
          </p:cNvPr>
          <p:cNvSpPr/>
          <p:nvPr/>
        </p:nvSpPr>
        <p:spPr>
          <a:xfrm>
            <a:off x="-86360" y="963295"/>
            <a:ext cx="1334770" cy="3683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等线 Light" panose="02010600030101010101" pitchFamily="2" charset="-122"/>
                <a:ea typeface="等线 Light" panose="02010600030101010101" pitchFamily="2" charset="-122"/>
              </a:rPr>
              <a:t>此电脑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FE4BF99-DB63-39B4-559A-31458E4C6D45}"/>
              </a:ext>
            </a:extLst>
          </p:cNvPr>
          <p:cNvSpPr/>
          <p:nvPr/>
        </p:nvSpPr>
        <p:spPr>
          <a:xfrm>
            <a:off x="-86360" y="2158365"/>
            <a:ext cx="1334770" cy="3683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等线 Light" panose="02010600030101010101" pitchFamily="2" charset="-122"/>
                <a:ea typeface="等线 Light" panose="02010600030101010101" pitchFamily="2" charset="-122"/>
              </a:rPr>
              <a:t>回收站</a:t>
            </a:r>
          </a:p>
        </p:txBody>
      </p:sp>
      <p:pic>
        <p:nvPicPr>
          <p:cNvPr id="9" name="图片 8" descr="edge">
            <a:extLst>
              <a:ext uri="{FF2B5EF4-FFF2-40B4-BE49-F238E27FC236}">
                <a16:creationId xmlns:a16="http://schemas.microsoft.com/office/drawing/2014/main" id="{D6693CB0-914E-14E0-1695-B7A1F4BDB2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240" y="2675890"/>
            <a:ext cx="609600" cy="6096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C81C514E-40AF-FF4B-C213-20291C4F7531}"/>
              </a:ext>
            </a:extLst>
          </p:cNvPr>
          <p:cNvSpPr txBox="1"/>
          <p:nvPr/>
        </p:nvSpPr>
        <p:spPr>
          <a:xfrm>
            <a:off x="29845" y="3285451"/>
            <a:ext cx="114581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Microsoft</a:t>
            </a:r>
          </a:p>
          <a:p>
            <a:r>
              <a:rPr lang="en-US" altLang="zh-CN" dirty="0"/>
              <a:t>   Edge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D7AB878-6A89-439B-1335-FC14044998AE}"/>
              </a:ext>
            </a:extLst>
          </p:cNvPr>
          <p:cNvSpPr/>
          <p:nvPr/>
        </p:nvSpPr>
        <p:spPr>
          <a:xfrm>
            <a:off x="0" y="6428792"/>
            <a:ext cx="12192000" cy="429208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内容占位符 11" descr="explorer">
            <a:extLst>
              <a:ext uri="{FF2B5EF4-FFF2-40B4-BE49-F238E27FC236}">
                <a16:creationId xmlns:a16="http://schemas.microsoft.com/office/drawing/2014/main" id="{CC10FBA4-243D-7179-0A1A-5D54AD8FFB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5393401" y="6442701"/>
            <a:ext cx="377958" cy="377958"/>
          </a:xfrm>
          <a:prstGeom prst="rect">
            <a:avLst/>
          </a:prstGeom>
        </p:spPr>
      </p:pic>
      <p:pic>
        <p:nvPicPr>
          <p:cNvPr id="13" name="图片 12" descr="settings">
            <a:extLst>
              <a:ext uri="{FF2B5EF4-FFF2-40B4-BE49-F238E27FC236}">
                <a16:creationId xmlns:a16="http://schemas.microsoft.com/office/drawing/2014/main" id="{21B5DF65-F968-49FC-5622-537A0FCE8A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3761" y="6441319"/>
            <a:ext cx="429209" cy="429209"/>
          </a:xfrm>
          <a:prstGeom prst="rect">
            <a:avLst/>
          </a:prstGeom>
        </p:spPr>
      </p:pic>
      <p:pic>
        <p:nvPicPr>
          <p:cNvPr id="14" name="图片 13" descr="search">
            <a:extLst>
              <a:ext uri="{FF2B5EF4-FFF2-40B4-BE49-F238E27FC236}">
                <a16:creationId xmlns:a16="http://schemas.microsoft.com/office/drawing/2014/main" id="{01F15080-2C55-BF1A-3AA8-E683B096ED6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2956" y="6453848"/>
            <a:ext cx="429208" cy="429208"/>
          </a:xfrm>
          <a:prstGeom prst="rect">
            <a:avLst/>
          </a:prstGeom>
        </p:spPr>
      </p:pic>
      <p:pic>
        <p:nvPicPr>
          <p:cNvPr id="15" name="图片 14" descr="store">
            <a:extLst>
              <a:ext uri="{FF2B5EF4-FFF2-40B4-BE49-F238E27FC236}">
                <a16:creationId xmlns:a16="http://schemas.microsoft.com/office/drawing/2014/main" id="{82BDCC20-4B85-AAC4-A14D-7380C6B6E68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6305" y="6428792"/>
            <a:ext cx="429208" cy="429208"/>
          </a:xfrm>
          <a:prstGeom prst="rect">
            <a:avLst/>
          </a:prstGeom>
        </p:spPr>
      </p:pic>
      <p:pic>
        <p:nvPicPr>
          <p:cNvPr id="16" name="图片 15" descr="audio3">
            <a:extLst>
              <a:ext uri="{FF2B5EF4-FFF2-40B4-BE49-F238E27FC236}">
                <a16:creationId xmlns:a16="http://schemas.microsoft.com/office/drawing/2014/main" id="{3D1132F3-97F3-F430-7B49-F8FAD661146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95280" y="6453848"/>
            <a:ext cx="379095" cy="379095"/>
          </a:xfrm>
          <a:prstGeom prst="rect">
            <a:avLst/>
          </a:prstGeom>
        </p:spPr>
      </p:pic>
      <p:pic>
        <p:nvPicPr>
          <p:cNvPr id="17" name="图片 16" descr="wifi">
            <a:extLst>
              <a:ext uri="{FF2B5EF4-FFF2-40B4-BE49-F238E27FC236}">
                <a16:creationId xmlns:a16="http://schemas.microsoft.com/office/drawing/2014/main" id="{D7964CB7-E0FA-25AF-5E15-4531085FBDB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55972" y="6453848"/>
            <a:ext cx="384810" cy="384810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C39B8C6D-4D14-C68E-C8A4-B0580349BB64}"/>
              </a:ext>
            </a:extLst>
          </p:cNvPr>
          <p:cNvSpPr txBox="1"/>
          <p:nvPr/>
        </p:nvSpPr>
        <p:spPr>
          <a:xfrm>
            <a:off x="11299983" y="6464643"/>
            <a:ext cx="9328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11:45</a:t>
            </a: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C106B595-85AF-FD24-0A3F-769B7CF2873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00857" y="6453848"/>
            <a:ext cx="377958" cy="377958"/>
          </a:xfrm>
          <a:prstGeom prst="rect">
            <a:avLst/>
          </a:prstGeom>
        </p:spPr>
      </p:pic>
      <p:grpSp>
        <p:nvGrpSpPr>
          <p:cNvPr id="26" name="组合 25">
            <a:extLst>
              <a:ext uri="{FF2B5EF4-FFF2-40B4-BE49-F238E27FC236}">
                <a16:creationId xmlns:a16="http://schemas.microsoft.com/office/drawing/2014/main" id="{430301CA-D5D1-1C2D-A170-F271E95E1CE6}"/>
              </a:ext>
            </a:extLst>
          </p:cNvPr>
          <p:cNvGrpSpPr/>
          <p:nvPr/>
        </p:nvGrpSpPr>
        <p:grpSpPr>
          <a:xfrm>
            <a:off x="4986176" y="2891525"/>
            <a:ext cx="2297642" cy="3433665"/>
            <a:chOff x="4986176" y="2891525"/>
            <a:chExt cx="2297642" cy="3433665"/>
          </a:xfrm>
        </p:grpSpPr>
        <p:sp>
          <p:nvSpPr>
            <p:cNvPr id="2" name="矩形: 圆角 1">
              <a:extLst>
                <a:ext uri="{FF2B5EF4-FFF2-40B4-BE49-F238E27FC236}">
                  <a16:creationId xmlns:a16="http://schemas.microsoft.com/office/drawing/2014/main" id="{91D0F8E1-5852-1601-24F0-FE0EF85E9C29}"/>
                </a:ext>
              </a:extLst>
            </p:cNvPr>
            <p:cNvSpPr/>
            <p:nvPr/>
          </p:nvSpPr>
          <p:spPr>
            <a:xfrm>
              <a:off x="4986176" y="2891525"/>
              <a:ext cx="2297642" cy="3433665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0" name="图片 19" descr="图标&#10;&#10;描述已自动生成">
              <a:extLst>
                <a:ext uri="{FF2B5EF4-FFF2-40B4-BE49-F238E27FC236}">
                  <a16:creationId xmlns:a16="http://schemas.microsoft.com/office/drawing/2014/main" id="{47575605-DDB5-01D1-4B4D-31AD9AC7ABF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65614" y="3148996"/>
              <a:ext cx="695960" cy="695960"/>
            </a:xfrm>
            <a:prstGeom prst="rect">
              <a:avLst/>
            </a:prstGeom>
          </p:spPr>
        </p:pic>
        <p:pic>
          <p:nvPicPr>
            <p:cNvPr id="21" name="图片 20" descr="store">
              <a:extLst>
                <a:ext uri="{FF2B5EF4-FFF2-40B4-BE49-F238E27FC236}">
                  <a16:creationId xmlns:a16="http://schemas.microsoft.com/office/drawing/2014/main" id="{23E2425D-44BC-F135-2021-BD29D8C560F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282164" y="3192176"/>
              <a:ext cx="609600" cy="609600"/>
            </a:xfrm>
            <a:prstGeom prst="rect">
              <a:avLst/>
            </a:prstGeom>
          </p:spPr>
        </p:pic>
        <p:pic>
          <p:nvPicPr>
            <p:cNvPr id="22" name="图片 21" descr="settings">
              <a:extLst>
                <a:ext uri="{FF2B5EF4-FFF2-40B4-BE49-F238E27FC236}">
                  <a16:creationId xmlns:a16="http://schemas.microsoft.com/office/drawing/2014/main" id="{388DE516-3AFC-AF92-B209-D721ED32BDF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351974" y="4117286"/>
              <a:ext cx="609600" cy="609600"/>
            </a:xfrm>
            <a:prstGeom prst="rect">
              <a:avLst/>
            </a:prstGeom>
          </p:spPr>
        </p:pic>
        <p:pic>
          <p:nvPicPr>
            <p:cNvPr id="23" name="图片 22" descr="edge">
              <a:extLst>
                <a:ext uri="{FF2B5EF4-FFF2-40B4-BE49-F238E27FC236}">
                  <a16:creationId xmlns:a16="http://schemas.microsoft.com/office/drawing/2014/main" id="{405A4CF5-4923-237A-FB80-577A0DD8E3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17896" y="4102427"/>
              <a:ext cx="609600" cy="609600"/>
            </a:xfrm>
            <a:prstGeom prst="rect">
              <a:avLst/>
            </a:prstGeom>
          </p:spPr>
        </p:pic>
        <p:pic>
          <p:nvPicPr>
            <p:cNvPr id="24" name="图片 23" descr="b830a9a2f08f74f39e5a6724e2e90caa-removebg-preview">
              <a:extLst>
                <a:ext uri="{FF2B5EF4-FFF2-40B4-BE49-F238E27FC236}">
                  <a16:creationId xmlns:a16="http://schemas.microsoft.com/office/drawing/2014/main" id="{B9BF409F-57BB-1AA1-F768-2E918C54C8A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499008" y="5608817"/>
              <a:ext cx="461560" cy="474912"/>
            </a:xfrm>
            <a:prstGeom prst="rect">
              <a:avLst/>
            </a:prstGeom>
          </p:spPr>
        </p:pic>
        <p:pic>
          <p:nvPicPr>
            <p:cNvPr id="25" name="图片 24" descr="4834e0b9c492c7b25b8e30b06550369f-removebg-preview">
              <a:extLst>
                <a:ext uri="{FF2B5EF4-FFF2-40B4-BE49-F238E27FC236}">
                  <a16:creationId xmlns:a16="http://schemas.microsoft.com/office/drawing/2014/main" id="{1FBA98E3-AB01-6DC7-FC83-1865B247140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5265614" y="5608817"/>
              <a:ext cx="474912" cy="4749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024610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accent1">
                <a:lumMod val="45000"/>
                <a:lumOff val="55000"/>
              </a:schemeClr>
            </a:gs>
            <a:gs pos="0">
              <a:schemeClr val="accent1">
                <a:lumMod val="45000"/>
                <a:lumOff val="55000"/>
              </a:schemeClr>
            </a:gs>
            <a:gs pos="67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22194656-6B3D-3BB9-7E11-4CC8EED3755F}"/>
              </a:ext>
            </a:extLst>
          </p:cNvPr>
          <p:cNvGrpSpPr/>
          <p:nvPr/>
        </p:nvGrpSpPr>
        <p:grpSpPr>
          <a:xfrm>
            <a:off x="215900" y="178435"/>
            <a:ext cx="730250" cy="1830705"/>
            <a:chOff x="215900" y="178435"/>
            <a:chExt cx="730250" cy="1830705"/>
          </a:xfrm>
        </p:grpSpPr>
        <p:pic>
          <p:nvPicPr>
            <p:cNvPr id="5" name="图片 4" descr="形状&#10;&#10;描述已自动生成">
              <a:extLst>
                <a:ext uri="{FF2B5EF4-FFF2-40B4-BE49-F238E27FC236}">
                  <a16:creationId xmlns:a16="http://schemas.microsoft.com/office/drawing/2014/main" id="{CDC188F5-CA94-D828-D2AF-B87B22061E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5900" y="178435"/>
              <a:ext cx="730250" cy="730250"/>
            </a:xfrm>
            <a:prstGeom prst="rect">
              <a:avLst/>
            </a:prstGeom>
          </p:spPr>
        </p:pic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582246B3-D518-730C-3579-8746FE20BE6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9240" y="1385570"/>
              <a:ext cx="623570" cy="623570"/>
            </a:xfrm>
            <a:prstGeom prst="rect">
              <a:avLst/>
            </a:prstGeom>
          </p:spPr>
        </p:pic>
      </p:grpSp>
      <p:sp>
        <p:nvSpPr>
          <p:cNvPr id="7" name="矩形 6">
            <a:extLst>
              <a:ext uri="{FF2B5EF4-FFF2-40B4-BE49-F238E27FC236}">
                <a16:creationId xmlns:a16="http://schemas.microsoft.com/office/drawing/2014/main" id="{0E8C6336-BACC-961B-8DCE-4BEB5789B440}"/>
              </a:ext>
            </a:extLst>
          </p:cNvPr>
          <p:cNvSpPr/>
          <p:nvPr/>
        </p:nvSpPr>
        <p:spPr>
          <a:xfrm>
            <a:off x="-86360" y="963295"/>
            <a:ext cx="1334770" cy="3683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等线 Light" panose="02010600030101010101" pitchFamily="2" charset="-122"/>
                <a:ea typeface="等线 Light" panose="02010600030101010101" pitchFamily="2" charset="-122"/>
              </a:rPr>
              <a:t>此电脑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FE4BF99-DB63-39B4-559A-31458E4C6D45}"/>
              </a:ext>
            </a:extLst>
          </p:cNvPr>
          <p:cNvSpPr/>
          <p:nvPr/>
        </p:nvSpPr>
        <p:spPr>
          <a:xfrm>
            <a:off x="-86360" y="2158365"/>
            <a:ext cx="1334770" cy="3683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等线 Light" panose="02010600030101010101" pitchFamily="2" charset="-122"/>
                <a:ea typeface="等线 Light" panose="02010600030101010101" pitchFamily="2" charset="-122"/>
              </a:rPr>
              <a:t>回收站</a:t>
            </a:r>
          </a:p>
        </p:txBody>
      </p:sp>
      <p:pic>
        <p:nvPicPr>
          <p:cNvPr id="9" name="图片 8" descr="edge">
            <a:extLst>
              <a:ext uri="{FF2B5EF4-FFF2-40B4-BE49-F238E27FC236}">
                <a16:creationId xmlns:a16="http://schemas.microsoft.com/office/drawing/2014/main" id="{D6693CB0-914E-14E0-1695-B7A1F4BDB2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240" y="2675890"/>
            <a:ext cx="609600" cy="6096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C81C514E-40AF-FF4B-C213-20291C4F7531}"/>
              </a:ext>
            </a:extLst>
          </p:cNvPr>
          <p:cNvSpPr txBox="1"/>
          <p:nvPr/>
        </p:nvSpPr>
        <p:spPr>
          <a:xfrm>
            <a:off x="29845" y="3285451"/>
            <a:ext cx="114581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Microsoft</a:t>
            </a:r>
          </a:p>
          <a:p>
            <a:r>
              <a:rPr lang="en-US" altLang="zh-CN" dirty="0"/>
              <a:t>   Edge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D7AB878-6A89-439B-1335-FC14044998AE}"/>
              </a:ext>
            </a:extLst>
          </p:cNvPr>
          <p:cNvSpPr/>
          <p:nvPr/>
        </p:nvSpPr>
        <p:spPr>
          <a:xfrm>
            <a:off x="0" y="6428792"/>
            <a:ext cx="12192000" cy="429208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内容占位符 11" descr="explorer">
            <a:extLst>
              <a:ext uri="{FF2B5EF4-FFF2-40B4-BE49-F238E27FC236}">
                <a16:creationId xmlns:a16="http://schemas.microsoft.com/office/drawing/2014/main" id="{CC10FBA4-243D-7179-0A1A-5D54AD8FFB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5393401" y="6442701"/>
            <a:ext cx="377958" cy="377958"/>
          </a:xfrm>
          <a:prstGeom prst="rect">
            <a:avLst/>
          </a:prstGeom>
        </p:spPr>
      </p:pic>
      <p:pic>
        <p:nvPicPr>
          <p:cNvPr id="13" name="图片 12" descr="settings">
            <a:extLst>
              <a:ext uri="{FF2B5EF4-FFF2-40B4-BE49-F238E27FC236}">
                <a16:creationId xmlns:a16="http://schemas.microsoft.com/office/drawing/2014/main" id="{21B5DF65-F968-49FC-5622-537A0FCE8A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3761" y="6441319"/>
            <a:ext cx="429209" cy="429209"/>
          </a:xfrm>
          <a:prstGeom prst="rect">
            <a:avLst/>
          </a:prstGeom>
        </p:spPr>
      </p:pic>
      <p:pic>
        <p:nvPicPr>
          <p:cNvPr id="14" name="图片 13" descr="search">
            <a:extLst>
              <a:ext uri="{FF2B5EF4-FFF2-40B4-BE49-F238E27FC236}">
                <a16:creationId xmlns:a16="http://schemas.microsoft.com/office/drawing/2014/main" id="{01F15080-2C55-BF1A-3AA8-E683B096ED6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2956" y="6453848"/>
            <a:ext cx="429208" cy="429208"/>
          </a:xfrm>
          <a:prstGeom prst="rect">
            <a:avLst/>
          </a:prstGeom>
        </p:spPr>
      </p:pic>
      <p:pic>
        <p:nvPicPr>
          <p:cNvPr id="15" name="图片 14" descr="store">
            <a:extLst>
              <a:ext uri="{FF2B5EF4-FFF2-40B4-BE49-F238E27FC236}">
                <a16:creationId xmlns:a16="http://schemas.microsoft.com/office/drawing/2014/main" id="{82BDCC20-4B85-AAC4-A14D-7380C6B6E68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6305" y="6428792"/>
            <a:ext cx="429208" cy="429208"/>
          </a:xfrm>
          <a:prstGeom prst="rect">
            <a:avLst/>
          </a:prstGeom>
        </p:spPr>
      </p:pic>
      <p:pic>
        <p:nvPicPr>
          <p:cNvPr id="16" name="图片 15" descr="audio3">
            <a:extLst>
              <a:ext uri="{FF2B5EF4-FFF2-40B4-BE49-F238E27FC236}">
                <a16:creationId xmlns:a16="http://schemas.microsoft.com/office/drawing/2014/main" id="{3D1132F3-97F3-F430-7B49-F8FAD661146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95280" y="6453848"/>
            <a:ext cx="379095" cy="379095"/>
          </a:xfrm>
          <a:prstGeom prst="rect">
            <a:avLst/>
          </a:prstGeom>
        </p:spPr>
      </p:pic>
      <p:pic>
        <p:nvPicPr>
          <p:cNvPr id="17" name="图片 16" descr="wifi">
            <a:extLst>
              <a:ext uri="{FF2B5EF4-FFF2-40B4-BE49-F238E27FC236}">
                <a16:creationId xmlns:a16="http://schemas.microsoft.com/office/drawing/2014/main" id="{D7964CB7-E0FA-25AF-5E15-4531085FBDB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55972" y="6453848"/>
            <a:ext cx="384810" cy="384810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C39B8C6D-4D14-C68E-C8A4-B0580349BB64}"/>
              </a:ext>
            </a:extLst>
          </p:cNvPr>
          <p:cNvSpPr txBox="1"/>
          <p:nvPr/>
        </p:nvSpPr>
        <p:spPr>
          <a:xfrm>
            <a:off x="11299983" y="6464643"/>
            <a:ext cx="9328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11:45</a:t>
            </a: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C106B595-85AF-FD24-0A3F-769B7CF2873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00857" y="6453848"/>
            <a:ext cx="377958" cy="377958"/>
          </a:xfrm>
          <a:prstGeom prst="rect">
            <a:avLst/>
          </a:prstGeom>
        </p:spPr>
      </p:pic>
      <p:grpSp>
        <p:nvGrpSpPr>
          <p:cNvPr id="26" name="组合 25">
            <a:extLst>
              <a:ext uri="{FF2B5EF4-FFF2-40B4-BE49-F238E27FC236}">
                <a16:creationId xmlns:a16="http://schemas.microsoft.com/office/drawing/2014/main" id="{430301CA-D5D1-1C2D-A170-F271E95E1CE6}"/>
              </a:ext>
            </a:extLst>
          </p:cNvPr>
          <p:cNvGrpSpPr/>
          <p:nvPr/>
        </p:nvGrpSpPr>
        <p:grpSpPr>
          <a:xfrm>
            <a:off x="4986176" y="2891525"/>
            <a:ext cx="2297642" cy="3433665"/>
            <a:chOff x="4986176" y="2891525"/>
            <a:chExt cx="2297642" cy="3433665"/>
          </a:xfrm>
        </p:grpSpPr>
        <p:sp>
          <p:nvSpPr>
            <p:cNvPr id="2" name="矩形: 圆角 1">
              <a:extLst>
                <a:ext uri="{FF2B5EF4-FFF2-40B4-BE49-F238E27FC236}">
                  <a16:creationId xmlns:a16="http://schemas.microsoft.com/office/drawing/2014/main" id="{91D0F8E1-5852-1601-24F0-FE0EF85E9C29}"/>
                </a:ext>
              </a:extLst>
            </p:cNvPr>
            <p:cNvSpPr/>
            <p:nvPr/>
          </p:nvSpPr>
          <p:spPr>
            <a:xfrm>
              <a:off x="4986176" y="2891525"/>
              <a:ext cx="2297642" cy="3433665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0" name="图片 19" descr="图标&#10;&#10;描述已自动生成">
              <a:extLst>
                <a:ext uri="{FF2B5EF4-FFF2-40B4-BE49-F238E27FC236}">
                  <a16:creationId xmlns:a16="http://schemas.microsoft.com/office/drawing/2014/main" id="{47575605-DDB5-01D1-4B4D-31AD9AC7ABF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65614" y="3148996"/>
              <a:ext cx="695960" cy="695960"/>
            </a:xfrm>
            <a:prstGeom prst="rect">
              <a:avLst/>
            </a:prstGeom>
          </p:spPr>
        </p:pic>
        <p:pic>
          <p:nvPicPr>
            <p:cNvPr id="21" name="图片 20" descr="store">
              <a:extLst>
                <a:ext uri="{FF2B5EF4-FFF2-40B4-BE49-F238E27FC236}">
                  <a16:creationId xmlns:a16="http://schemas.microsoft.com/office/drawing/2014/main" id="{23E2425D-44BC-F135-2021-BD29D8C560F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282164" y="3192176"/>
              <a:ext cx="609600" cy="609600"/>
            </a:xfrm>
            <a:prstGeom prst="rect">
              <a:avLst/>
            </a:prstGeom>
          </p:spPr>
        </p:pic>
        <p:pic>
          <p:nvPicPr>
            <p:cNvPr id="22" name="图片 21" descr="settings">
              <a:extLst>
                <a:ext uri="{FF2B5EF4-FFF2-40B4-BE49-F238E27FC236}">
                  <a16:creationId xmlns:a16="http://schemas.microsoft.com/office/drawing/2014/main" id="{388DE516-3AFC-AF92-B209-D721ED32BDF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351974" y="4117286"/>
              <a:ext cx="609600" cy="609600"/>
            </a:xfrm>
            <a:prstGeom prst="rect">
              <a:avLst/>
            </a:prstGeom>
          </p:spPr>
        </p:pic>
        <p:pic>
          <p:nvPicPr>
            <p:cNvPr id="23" name="图片 22" descr="edge">
              <a:extLst>
                <a:ext uri="{FF2B5EF4-FFF2-40B4-BE49-F238E27FC236}">
                  <a16:creationId xmlns:a16="http://schemas.microsoft.com/office/drawing/2014/main" id="{405A4CF5-4923-237A-FB80-577A0DD8E3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17896" y="4102427"/>
              <a:ext cx="609600" cy="609600"/>
            </a:xfrm>
            <a:prstGeom prst="rect">
              <a:avLst/>
            </a:prstGeom>
          </p:spPr>
        </p:pic>
        <p:pic>
          <p:nvPicPr>
            <p:cNvPr id="24" name="图片 23" descr="b830a9a2f08f74f39e5a6724e2e90caa-removebg-preview">
              <a:extLst>
                <a:ext uri="{FF2B5EF4-FFF2-40B4-BE49-F238E27FC236}">
                  <a16:creationId xmlns:a16="http://schemas.microsoft.com/office/drawing/2014/main" id="{B9BF409F-57BB-1AA1-F768-2E918C54C8A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499008" y="5608817"/>
              <a:ext cx="461560" cy="474912"/>
            </a:xfrm>
            <a:prstGeom prst="rect">
              <a:avLst/>
            </a:prstGeom>
          </p:spPr>
        </p:pic>
        <p:pic>
          <p:nvPicPr>
            <p:cNvPr id="25" name="图片 24" descr="4834e0b9c492c7b25b8e30b06550369f-removebg-preview">
              <a:extLst>
                <a:ext uri="{FF2B5EF4-FFF2-40B4-BE49-F238E27FC236}">
                  <a16:creationId xmlns:a16="http://schemas.microsoft.com/office/drawing/2014/main" id="{1FBA98E3-AB01-6DC7-FC83-1865B247140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5265614" y="5608817"/>
              <a:ext cx="474912" cy="474912"/>
            </a:xfrm>
            <a:prstGeom prst="rect">
              <a:avLst/>
            </a:prstGeom>
          </p:spPr>
        </p:pic>
      </p:grp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A7921005-E06E-CCE7-F1D8-F715C568E198}"/>
              </a:ext>
            </a:extLst>
          </p:cNvPr>
          <p:cNvSpPr/>
          <p:nvPr/>
        </p:nvSpPr>
        <p:spPr>
          <a:xfrm>
            <a:off x="6373010" y="4842588"/>
            <a:ext cx="713555" cy="741173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关机</a:t>
            </a:r>
            <a:endParaRPr lang="en-US" altLang="zh-CN" dirty="0"/>
          </a:p>
          <a:p>
            <a:pPr algn="ctr"/>
            <a:r>
              <a:rPr lang="zh-CN" altLang="en-US" dirty="0"/>
              <a:t>重启</a:t>
            </a:r>
          </a:p>
        </p:txBody>
      </p:sp>
    </p:spTree>
    <p:extLst>
      <p:ext uri="{BB962C8B-B14F-4D97-AF65-F5344CB8AC3E}">
        <p14:creationId xmlns:p14="http://schemas.microsoft.com/office/powerpoint/2010/main" val="4348932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accent1">
                <a:lumMod val="45000"/>
                <a:lumOff val="55000"/>
              </a:schemeClr>
            </a:gs>
            <a:gs pos="0">
              <a:schemeClr val="accent1">
                <a:lumMod val="45000"/>
                <a:lumOff val="55000"/>
              </a:schemeClr>
            </a:gs>
            <a:gs pos="67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FC97843-C216-F392-BE00-210727DDC730}"/>
              </a:ext>
            </a:extLst>
          </p:cNvPr>
          <p:cNvSpPr txBox="1"/>
          <p:nvPr/>
        </p:nvSpPr>
        <p:spPr>
          <a:xfrm>
            <a:off x="3872206" y="2659559"/>
            <a:ext cx="250060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>
                <a:solidFill>
                  <a:schemeClr val="bg1"/>
                </a:solidFill>
              </a:rPr>
              <a:t>正在关机</a:t>
            </a:r>
          </a:p>
        </p:txBody>
      </p:sp>
      <p:pic>
        <p:nvPicPr>
          <p:cNvPr id="5" name="图片 4" descr="图片包含 游戏机, 食物, 花&#10;&#10;描述已自动生成">
            <a:extLst>
              <a:ext uri="{FF2B5EF4-FFF2-40B4-BE49-F238E27FC236}">
                <a16:creationId xmlns:a16="http://schemas.microsoft.com/office/drawing/2014/main" id="{251935E9-5649-B64F-2290-A98850ACDB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3269" y="2780754"/>
            <a:ext cx="527050" cy="52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2151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54251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382</Words>
  <Application>Microsoft Office PowerPoint</Application>
  <PresentationFormat>宽屏</PresentationFormat>
  <Paragraphs>113</Paragraphs>
  <Slides>44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50" baseType="lpstr">
      <vt:lpstr>Microsoft YaHei UI</vt:lpstr>
      <vt:lpstr>等线</vt:lpstr>
      <vt:lpstr>等线 Light</vt:lpstr>
      <vt:lpstr>Arial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Wang Haoxu</dc:creator>
  <cp:lastModifiedBy>Wang Haoxu</cp:lastModifiedBy>
  <cp:revision>23</cp:revision>
  <dcterms:created xsi:type="dcterms:W3CDTF">2022-07-14T05:35:50Z</dcterms:created>
  <dcterms:modified xsi:type="dcterms:W3CDTF">2022-07-14T08:02:52Z</dcterms:modified>
</cp:coreProperties>
</file>